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media/image57.png" ContentType="image/png"/>
  <Override PartName="/ppt/media/image1.png" ContentType="image/png"/>
  <Override PartName="/ppt/media/image58.png" ContentType="image/png"/>
  <Override PartName="/ppt/media/image2.png" ContentType="image/png"/>
  <Override PartName="/ppt/media/image59.png" ContentType="image/png"/>
  <Override PartName="/ppt/media/image3.png" ContentType="image/png"/>
  <Override PartName="/ppt/media/image4.png" ContentType="image/png"/>
  <Override PartName="/ppt/media/image70.png" ContentType="image/png"/>
  <Override PartName="/ppt/media/image71.png" ContentType="image/png"/>
  <Override PartName="/ppt/media/image5.png" ContentType="image/png"/>
  <Override PartName="/ppt/media/image72.png" ContentType="image/png"/>
  <Override PartName="/ppt/media/image6.png" ContentType="image/png"/>
  <Override PartName="/ppt/media/image73.png" ContentType="image/png"/>
  <Override PartName="/ppt/media/image7.png" ContentType="image/png"/>
  <Override PartName="/ppt/media/image74.png" ContentType="image/png"/>
  <Override PartName="/ppt/media/image8.png" ContentType="image/png"/>
  <Override PartName="/ppt/media/image75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38.png" ContentType="image/png"/>
  <Override PartName="/ppt/media/image39.png" ContentType="image/png"/>
  <Override PartName="/ppt/media/image40.png" ContentType="image/png"/>
  <Override PartName="/ppt/media/image41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media/image54.png" ContentType="image/png"/>
  <Override PartName="/ppt/media/image55.png" ContentType="image/png"/>
  <Override PartName="/ppt/media/image56.png" ContentType="image/png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65.png" ContentType="image/png"/>
  <Override PartName="/ppt/media/image66.png" ContentType="image/png"/>
  <Override PartName="/ppt/media/image67.png" ContentType="image/png"/>
  <Override PartName="/ppt/media/image68.png" ContentType="image/png"/>
  <Override PartName="/ppt/media/image69.png" ContentType="image/png"/>
  <Override PartName="/ppt/media/image76.png" ContentType="image/png"/>
  <Override PartName="/ppt/media/image77.png" ContentType="image/png"/>
  <Override PartName="/ppt/media/image78.png" ContentType="image/png"/>
  <Override PartName="/ppt/media/image79.png" ContentType="image/png"/>
  <Override PartName="/ppt/media/image80.png" ContentType="image/png"/>
  <Override PartName="/ppt/media/image81.png" ContentType="image/png"/>
  <Override PartName="/ppt/media/image82.png" ContentType="image/png"/>
  <Override PartName="/ppt/media/image83.png" ContentType="image/png"/>
  <Override PartName="/ppt/media/image84.png" ContentType="image/png"/>
  <Override PartName="/ppt/media/image85.png" ContentType="image/png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7556500" cy="106934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0.png"/><Relationship Id="rId46" Type="http://schemas.openxmlformats.org/officeDocument/2006/relationships/image" Target="../media/image41.png"/><Relationship Id="rId47" Type="http://schemas.openxmlformats.org/officeDocument/2006/relationships/image" Target="../media/image44.png"/><Relationship Id="rId48" Type="http://schemas.openxmlformats.org/officeDocument/2006/relationships/image" Target="../media/image45.png"/><Relationship Id="rId49" Type="http://schemas.openxmlformats.org/officeDocument/2006/relationships/image" Target="../media/image46.png"/><Relationship Id="rId50" Type="http://schemas.openxmlformats.org/officeDocument/2006/relationships/image" Target="../media/image47.png"/><Relationship Id="rId51" Type="http://schemas.openxmlformats.org/officeDocument/2006/relationships/image" Target="../media/image48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9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5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78000" y="427680"/>
            <a:ext cx="680292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378000" y="2459520"/>
            <a:ext cx="3286080" cy="9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894840" y="2459520"/>
            <a:ext cx="3286080" cy="9853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1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dt" idx="2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6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8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6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8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9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2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0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378000" y="427680"/>
            <a:ext cx="680292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ftr" idx="4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dt" idx="5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sldNum" idx="6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9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0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1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7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1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3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4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3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4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9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6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7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8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9" name="PlaceHolder 1"/>
          <p:cNvSpPr>
            <a:spLocks noGrp="1"/>
          </p:cNvSpPr>
          <p:nvPr>
            <p:ph type="ftr" idx="7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dt" idx="8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sldNum" idx="9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___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5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7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8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1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3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8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9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0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1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2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3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4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5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6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9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0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1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3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4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5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6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7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9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1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2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3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47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9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1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2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3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4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5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6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9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0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1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2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4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5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7" name="PlaceHolder 1"/>
          <p:cNvSpPr>
            <a:spLocks noGrp="1"/>
          </p:cNvSpPr>
          <p:nvPr>
            <p:ph type="ftr" idx="10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8" name="PlaceHolder 2"/>
          <p:cNvSpPr>
            <a:spLocks noGrp="1"/>
          </p:cNvSpPr>
          <p:nvPr>
            <p:ph type="dt" idx="11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12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270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4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75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6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7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8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9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1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2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4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5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6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7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8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9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2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3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4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9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3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4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5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6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7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8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9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1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5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19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6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7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0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1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5" name="PlaceHolder 1"/>
          <p:cNvSpPr>
            <a:spLocks noGrp="1"/>
          </p:cNvSpPr>
          <p:nvPr>
            <p:ph type="ftr" idx="13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6" name="PlaceHolder 2"/>
          <p:cNvSpPr>
            <a:spLocks noGrp="1"/>
          </p:cNvSpPr>
          <p:nvPr>
            <p:ph type="dt" idx="14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5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338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3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9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1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2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3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4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5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6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7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69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0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1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2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3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4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5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6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7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8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79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0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1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2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3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4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5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7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8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89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0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1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2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3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5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6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7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98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9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0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1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2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3" name="PlaceHolder 1"/>
          <p:cNvSpPr>
            <a:spLocks noGrp="1"/>
          </p:cNvSpPr>
          <p:nvPr>
            <p:ph type="ftr" idx="16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dt" idx="17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5" name="PlaceHolder 3"/>
          <p:cNvSpPr>
            <a:spLocks noGrp="1"/>
          </p:cNvSpPr>
          <p:nvPr>
            <p:ph type="sldNum" idx="18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06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__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9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0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1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2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3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4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5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17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8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19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0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1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2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3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4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5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6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7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8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29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0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1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2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3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4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6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7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8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39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1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2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3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5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6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47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8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9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0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1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3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4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55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6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7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8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9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0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1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2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3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4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5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66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7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9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0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1" name="PlaceHolder 1"/>
          <p:cNvSpPr>
            <a:spLocks noGrp="1"/>
          </p:cNvSpPr>
          <p:nvPr>
            <p:ph type="ftr" idx="19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2" name="PlaceHolder 2"/>
          <p:cNvSpPr>
            <a:spLocks noGrp="1"/>
          </p:cNvSpPr>
          <p:nvPr>
            <p:ph type="dt" idx="20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21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474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5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6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77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8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79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0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1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2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3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85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6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7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8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89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0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1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2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3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4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5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6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7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8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99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0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1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2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03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4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5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6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7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8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09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1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2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3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4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5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6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17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8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19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0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2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3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4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5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7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8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9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0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1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2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34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5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6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7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8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9" name="PlaceHolder 1"/>
          <p:cNvSpPr>
            <a:spLocks noGrp="1"/>
          </p:cNvSpPr>
          <p:nvPr>
            <p:ph type="ftr" idx="22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0" name="PlaceHolder 2"/>
          <p:cNvSpPr>
            <a:spLocks noGrp="1"/>
          </p:cNvSpPr>
          <p:nvPr>
            <p:ph type="dt" idx="23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24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542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3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_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4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5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6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47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8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49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0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1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2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3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4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5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6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8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9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0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1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2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4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5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6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7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8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9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0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71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2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3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5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6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7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8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79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0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1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2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3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4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5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6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87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88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0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91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2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3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4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6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7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0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1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3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4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5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06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7" name="PlaceHolder 1"/>
          <p:cNvSpPr>
            <a:spLocks noGrp="1"/>
          </p:cNvSpPr>
          <p:nvPr>
            <p:ph type="ftr" idx="25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 type="dt" idx="26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09" name="PlaceHolder 3"/>
          <p:cNvSpPr>
            <a:spLocks noGrp="1"/>
          </p:cNvSpPr>
          <p:nvPr>
            <p:ph type="sldNum" idx="27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10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3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5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6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7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18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9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21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2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3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4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5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6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7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8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9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0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1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2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3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4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5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6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7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8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9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0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1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3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5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7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8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49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1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2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3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4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5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6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7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8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59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0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1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2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3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4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5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6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7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68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9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0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1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2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3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74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PlaceHolder 1"/>
          <p:cNvSpPr>
            <a:spLocks noGrp="1"/>
          </p:cNvSpPr>
          <p:nvPr>
            <p:ph type="ftr" idx="28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6" name="PlaceHolder 2"/>
          <p:cNvSpPr>
            <a:spLocks noGrp="1"/>
          </p:cNvSpPr>
          <p:nvPr>
            <p:ph type="dt" idx="29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7" name="PlaceHolder 3"/>
          <p:cNvSpPr>
            <a:spLocks noGrp="1"/>
          </p:cNvSpPr>
          <p:nvPr>
            <p:ph type="sldNum" idx="30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678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9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0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1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3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4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5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6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7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8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89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0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1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2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3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4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5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6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7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8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9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0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1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2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3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4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5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6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7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8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09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0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1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2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3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4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5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6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7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8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19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0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1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2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3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4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5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6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27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8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9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0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1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2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3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4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5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6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7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38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9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0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1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2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3" name="PlaceHolder 1"/>
          <p:cNvSpPr>
            <a:spLocks noGrp="1"/>
          </p:cNvSpPr>
          <p:nvPr>
            <p:ph type="title"/>
          </p:nvPr>
        </p:nvSpPr>
        <p:spPr>
          <a:xfrm>
            <a:off x="567360" y="3314880"/>
            <a:ext cx="6424920" cy="134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PlaceHolder 2"/>
          <p:cNvSpPr>
            <a:spLocks noGrp="1"/>
          </p:cNvSpPr>
          <p:nvPr>
            <p:ph type="ftr" idx="31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5" name="PlaceHolder 3"/>
          <p:cNvSpPr>
            <a:spLocks noGrp="1"/>
          </p:cNvSpPr>
          <p:nvPr>
            <p:ph type="dt" idx="32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746" name="PlaceHolder 4"/>
          <p:cNvSpPr>
            <a:spLocks noGrp="1"/>
          </p:cNvSpPr>
          <p:nvPr>
            <p:ph type="sldNum" idx="33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0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1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2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3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6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7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8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9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0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1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2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3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4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5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6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7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8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9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0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1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2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3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4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5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6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7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78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9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0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1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2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3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4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5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86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7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8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9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0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1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2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3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4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5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6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7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8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9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0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1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2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3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4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05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6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7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8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9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0" name="PlaceHolder 1"/>
          <p:cNvSpPr>
            <a:spLocks noGrp="1"/>
          </p:cNvSpPr>
          <p:nvPr>
            <p:ph type="title"/>
          </p:nvPr>
        </p:nvSpPr>
        <p:spPr>
          <a:xfrm>
            <a:off x="378000" y="427680"/>
            <a:ext cx="6802920" cy="170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PlaceHolder 2"/>
          <p:cNvSpPr>
            <a:spLocks noGrp="1"/>
          </p:cNvSpPr>
          <p:nvPr>
            <p:ph type="body"/>
          </p:nvPr>
        </p:nvSpPr>
        <p:spPr>
          <a:xfrm>
            <a:off x="378000" y="2459520"/>
            <a:ext cx="6802920" cy="7054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PlaceHolder 3"/>
          <p:cNvSpPr>
            <a:spLocks noGrp="1"/>
          </p:cNvSpPr>
          <p:nvPr>
            <p:ph type="ftr" idx="34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3" name="PlaceHolder 4"/>
          <p:cNvSpPr>
            <a:spLocks noGrp="1"/>
          </p:cNvSpPr>
          <p:nvPr>
            <p:ph type="dt" idx="35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14" name="PlaceHolder 5"/>
          <p:cNvSpPr>
            <a:spLocks noGrp="1"/>
          </p:cNvSpPr>
          <p:nvPr>
            <p:ph type="sldNum" idx="36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________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bg object 16" descr=""/>
          <p:cNvPicPr/>
          <p:nvPr/>
        </p:nvPicPr>
        <p:blipFill>
          <a:blip r:embed="rId2"/>
          <a:stretch/>
        </p:blipFill>
        <p:spPr>
          <a:xfrm>
            <a:off x="513720" y="53352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6" name="bg object 17" descr=""/>
          <p:cNvPicPr/>
          <p:nvPr/>
        </p:nvPicPr>
        <p:blipFill>
          <a:blip r:embed="rId3"/>
          <a:stretch/>
        </p:blipFill>
        <p:spPr>
          <a:xfrm>
            <a:off x="1583280" y="5349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bg object 18"/>
          <p:cNvSpPr/>
          <p:nvPr/>
        </p:nvSpPr>
        <p:spPr>
          <a:xfrm>
            <a:off x="586296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60" h="86994">
                <a:moveTo>
                  <a:pt x="22860" y="86868"/>
                </a:moveTo>
                <a:lnTo>
                  <a:pt x="16764" y="86868"/>
                </a:lnTo>
                <a:lnTo>
                  <a:pt x="10668" y="79248"/>
                </a:lnTo>
                <a:lnTo>
                  <a:pt x="7620" y="73152"/>
                </a:lnTo>
                <a:lnTo>
                  <a:pt x="1524" y="57912"/>
                </a:lnTo>
                <a:lnTo>
                  <a:pt x="0" y="50292"/>
                </a:lnTo>
                <a:lnTo>
                  <a:pt x="0" y="35052"/>
                </a:lnTo>
                <a:lnTo>
                  <a:pt x="1524" y="27432"/>
                </a:lnTo>
                <a:lnTo>
                  <a:pt x="7620" y="12192"/>
                </a:lnTo>
                <a:lnTo>
                  <a:pt x="16764" y="0"/>
                </a:lnTo>
                <a:lnTo>
                  <a:pt x="22860" y="0"/>
                </a:lnTo>
                <a:lnTo>
                  <a:pt x="18597" y="5929"/>
                </a:lnTo>
                <a:lnTo>
                  <a:pt x="15049" y="12001"/>
                </a:lnTo>
                <a:lnTo>
                  <a:pt x="12358" y="17787"/>
                </a:lnTo>
                <a:lnTo>
                  <a:pt x="10668" y="22860"/>
                </a:lnTo>
                <a:lnTo>
                  <a:pt x="7620" y="28956"/>
                </a:lnTo>
                <a:lnTo>
                  <a:pt x="7620" y="42672"/>
                </a:lnTo>
                <a:lnTo>
                  <a:pt x="8501" y="53863"/>
                </a:lnTo>
                <a:lnTo>
                  <a:pt x="11239" y="64770"/>
                </a:lnTo>
                <a:lnTo>
                  <a:pt x="15978" y="75676"/>
                </a:lnTo>
                <a:lnTo>
                  <a:pt x="22860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18" name="bg object 19" descr=""/>
          <p:cNvPicPr/>
          <p:nvPr/>
        </p:nvPicPr>
        <p:blipFill>
          <a:blip r:embed="rId4"/>
          <a:stretch/>
        </p:blipFill>
        <p:spPr>
          <a:xfrm>
            <a:off x="5925240" y="804600"/>
            <a:ext cx="168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9" name="bg object 20" descr=""/>
          <p:cNvPicPr/>
          <p:nvPr/>
        </p:nvPicPr>
        <p:blipFill>
          <a:blip r:embed="rId5"/>
          <a:stretch/>
        </p:blipFill>
        <p:spPr>
          <a:xfrm>
            <a:off x="6304680" y="8046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0" name="bg object 21" descr=""/>
          <p:cNvPicPr/>
          <p:nvPr/>
        </p:nvPicPr>
        <p:blipFill>
          <a:blip r:embed="rId6"/>
          <a:stretch/>
        </p:blipFill>
        <p:spPr>
          <a:xfrm>
            <a:off x="6588360" y="809280"/>
            <a:ext cx="6336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1" name="bg object 22" descr=""/>
          <p:cNvPicPr/>
          <p:nvPr/>
        </p:nvPicPr>
        <p:blipFill>
          <a:blip r:embed="rId7"/>
          <a:stretch/>
        </p:blipFill>
        <p:spPr>
          <a:xfrm>
            <a:off x="6679800" y="809280"/>
            <a:ext cx="78840" cy="7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2" name="bg object 23"/>
          <p:cNvSpPr/>
          <p:nvPr/>
        </p:nvSpPr>
        <p:spPr>
          <a:xfrm>
            <a:off x="6803280" y="815400"/>
            <a:ext cx="19440" cy="83520"/>
          </a:xfrm>
          <a:custGeom>
            <a:avLst/>
            <a:gdLst>
              <a:gd name="textAreaLeft" fmla="*/ 0 w 19440"/>
              <a:gd name="textAreaRight" fmla="*/ 23040 w 19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22859" h="86994">
                <a:moveTo>
                  <a:pt x="6096" y="86868"/>
                </a:moveTo>
                <a:lnTo>
                  <a:pt x="0" y="86868"/>
                </a:lnTo>
                <a:lnTo>
                  <a:pt x="4262" y="80271"/>
                </a:lnTo>
                <a:lnTo>
                  <a:pt x="7810" y="74104"/>
                </a:lnTo>
                <a:lnTo>
                  <a:pt x="10501" y="68222"/>
                </a:lnTo>
                <a:lnTo>
                  <a:pt x="12192" y="62484"/>
                </a:lnTo>
                <a:lnTo>
                  <a:pt x="15240" y="56387"/>
                </a:lnTo>
                <a:lnTo>
                  <a:pt x="15240" y="42672"/>
                </a:lnTo>
                <a:lnTo>
                  <a:pt x="14358" y="32146"/>
                </a:lnTo>
                <a:lnTo>
                  <a:pt x="11620" y="21336"/>
                </a:lnTo>
                <a:lnTo>
                  <a:pt x="6881" y="10525"/>
                </a:lnTo>
                <a:lnTo>
                  <a:pt x="0" y="0"/>
                </a:lnTo>
                <a:lnTo>
                  <a:pt x="6096" y="0"/>
                </a:lnTo>
                <a:lnTo>
                  <a:pt x="12192" y="6096"/>
                </a:lnTo>
                <a:lnTo>
                  <a:pt x="15240" y="12192"/>
                </a:lnTo>
                <a:lnTo>
                  <a:pt x="21336" y="27432"/>
                </a:lnTo>
                <a:lnTo>
                  <a:pt x="22859" y="35052"/>
                </a:lnTo>
                <a:lnTo>
                  <a:pt x="22859" y="51816"/>
                </a:lnTo>
                <a:lnTo>
                  <a:pt x="21336" y="59436"/>
                </a:lnTo>
                <a:lnTo>
                  <a:pt x="18288" y="67056"/>
                </a:lnTo>
                <a:lnTo>
                  <a:pt x="15240" y="73152"/>
                </a:lnTo>
                <a:lnTo>
                  <a:pt x="10668" y="80772"/>
                </a:lnTo>
                <a:lnTo>
                  <a:pt x="6096" y="86868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3" name="bg object 24"/>
          <p:cNvSpPr/>
          <p:nvPr/>
        </p:nvSpPr>
        <p:spPr>
          <a:xfrm>
            <a:off x="760320" y="10087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4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28956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4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4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24" name="bg object 25" descr=""/>
          <p:cNvPicPr/>
          <p:nvPr/>
        </p:nvPicPr>
        <p:blipFill>
          <a:blip r:embed="rId8"/>
          <a:stretch/>
        </p:blipFill>
        <p:spPr>
          <a:xfrm>
            <a:off x="1016640" y="934200"/>
            <a:ext cx="64404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5" name="bg object 26" descr=""/>
          <p:cNvPicPr/>
          <p:nvPr/>
        </p:nvPicPr>
        <p:blipFill>
          <a:blip r:embed="rId9"/>
          <a:stretch/>
        </p:blipFill>
        <p:spPr>
          <a:xfrm>
            <a:off x="4137840" y="1008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6" name="bg object 27" descr=""/>
          <p:cNvPicPr/>
          <p:nvPr/>
        </p:nvPicPr>
        <p:blipFill>
          <a:blip r:embed="rId10"/>
          <a:stretch/>
        </p:blipFill>
        <p:spPr>
          <a:xfrm>
            <a:off x="4372200" y="934200"/>
            <a:ext cx="647280" cy="21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7" name="bg object 28" descr=""/>
          <p:cNvPicPr/>
          <p:nvPr/>
        </p:nvPicPr>
        <p:blipFill>
          <a:blip r:embed="rId11"/>
          <a:stretch/>
        </p:blipFill>
        <p:spPr>
          <a:xfrm>
            <a:off x="5928480" y="9997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8" name="bg object 29" descr=""/>
          <p:cNvPicPr/>
          <p:nvPr/>
        </p:nvPicPr>
        <p:blipFill>
          <a:blip r:embed="rId12"/>
          <a:stretch/>
        </p:blipFill>
        <p:spPr>
          <a:xfrm>
            <a:off x="6475320" y="9982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9" name="bg object 30" descr=""/>
          <p:cNvPicPr/>
          <p:nvPr/>
        </p:nvPicPr>
        <p:blipFill>
          <a:blip r:embed="rId13"/>
          <a:stretch/>
        </p:blipFill>
        <p:spPr>
          <a:xfrm>
            <a:off x="7603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0" name="bg object 31" descr=""/>
          <p:cNvPicPr/>
          <p:nvPr/>
        </p:nvPicPr>
        <p:blipFill>
          <a:blip r:embed="rId14"/>
          <a:stretch/>
        </p:blipFill>
        <p:spPr>
          <a:xfrm>
            <a:off x="1016640" y="16275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1" name="bg object 32" descr=""/>
          <p:cNvPicPr/>
          <p:nvPr/>
        </p:nvPicPr>
        <p:blipFill>
          <a:blip r:embed="rId15"/>
          <a:stretch/>
        </p:blipFill>
        <p:spPr>
          <a:xfrm>
            <a:off x="2555640" y="129096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2" name="bg object 33" descr=""/>
          <p:cNvPicPr/>
          <p:nvPr/>
        </p:nvPicPr>
        <p:blipFill>
          <a:blip r:embed="rId16"/>
          <a:stretch/>
        </p:blipFill>
        <p:spPr>
          <a:xfrm>
            <a:off x="3214080" y="12952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3" name="bg object 34" descr=""/>
          <p:cNvPicPr/>
          <p:nvPr/>
        </p:nvPicPr>
        <p:blipFill>
          <a:blip r:embed="rId17"/>
          <a:stretch/>
        </p:blipFill>
        <p:spPr>
          <a:xfrm>
            <a:off x="3883320" y="12952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4" name="bg object 35" descr=""/>
          <p:cNvPicPr/>
          <p:nvPr/>
        </p:nvPicPr>
        <p:blipFill>
          <a:blip r:embed="rId18"/>
          <a:stretch/>
        </p:blipFill>
        <p:spPr>
          <a:xfrm>
            <a:off x="2554200" y="15134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5" name="bg object 36" descr=""/>
          <p:cNvPicPr/>
          <p:nvPr/>
        </p:nvPicPr>
        <p:blipFill>
          <a:blip r:embed="rId19"/>
          <a:stretch/>
        </p:blipFill>
        <p:spPr>
          <a:xfrm>
            <a:off x="3218760" y="15163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6" name="bg object 37" descr=""/>
          <p:cNvPicPr/>
          <p:nvPr/>
        </p:nvPicPr>
        <p:blipFill>
          <a:blip r:embed="rId20"/>
          <a:stretch/>
        </p:blipFill>
        <p:spPr>
          <a:xfrm>
            <a:off x="3881520" y="151956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7" name="bg object 38" descr=""/>
          <p:cNvPicPr/>
          <p:nvPr/>
        </p:nvPicPr>
        <p:blipFill>
          <a:blip r:embed="rId21"/>
          <a:stretch/>
        </p:blipFill>
        <p:spPr>
          <a:xfrm>
            <a:off x="2555640" y="17388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8" name="bg object 39" descr=""/>
          <p:cNvPicPr/>
          <p:nvPr/>
        </p:nvPicPr>
        <p:blipFill>
          <a:blip r:embed="rId22"/>
          <a:stretch/>
        </p:blipFill>
        <p:spPr>
          <a:xfrm>
            <a:off x="2557440" y="19674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9" name="bg object 40" descr=""/>
          <p:cNvPicPr/>
          <p:nvPr/>
        </p:nvPicPr>
        <p:blipFill>
          <a:blip r:embed="rId23"/>
          <a:stretch/>
        </p:blipFill>
        <p:spPr>
          <a:xfrm>
            <a:off x="3220200" y="19659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0" name="bg object 41" descr=""/>
          <p:cNvPicPr/>
          <p:nvPr/>
        </p:nvPicPr>
        <p:blipFill>
          <a:blip r:embed="rId24"/>
          <a:stretch/>
        </p:blipFill>
        <p:spPr>
          <a:xfrm>
            <a:off x="3972960" y="19659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1" name="bg object 42" descr=""/>
          <p:cNvPicPr/>
          <p:nvPr/>
        </p:nvPicPr>
        <p:blipFill>
          <a:blip r:embed="rId25"/>
          <a:stretch/>
        </p:blipFill>
        <p:spPr>
          <a:xfrm>
            <a:off x="4140720" y="17006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42" name="bg object 43" descr=""/>
          <p:cNvPicPr/>
          <p:nvPr/>
        </p:nvPicPr>
        <p:blipFill>
          <a:blip r:embed="rId26"/>
          <a:stretch/>
        </p:blipFill>
        <p:spPr>
          <a:xfrm>
            <a:off x="4375440" y="16275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bg object 44"/>
          <p:cNvSpPr/>
          <p:nvPr/>
        </p:nvSpPr>
        <p:spPr>
          <a:xfrm>
            <a:off x="5772960" y="12924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4" name="bg object 45" descr=""/>
          <p:cNvPicPr/>
          <p:nvPr/>
        </p:nvPicPr>
        <p:blipFill>
          <a:blip r:embed="rId27"/>
          <a:stretch/>
        </p:blipFill>
        <p:spPr>
          <a:xfrm>
            <a:off x="5929920" y="12816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5" name="bg object 46"/>
          <p:cNvSpPr/>
          <p:nvPr/>
        </p:nvSpPr>
        <p:spPr>
          <a:xfrm>
            <a:off x="6047280" y="12924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09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6" name="bg object 47" descr=""/>
          <p:cNvPicPr/>
          <p:nvPr/>
        </p:nvPicPr>
        <p:blipFill>
          <a:blip r:embed="rId28"/>
          <a:stretch/>
        </p:blipFill>
        <p:spPr>
          <a:xfrm>
            <a:off x="6118920" y="12787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7" name="bg object 48"/>
          <p:cNvSpPr/>
          <p:nvPr/>
        </p:nvSpPr>
        <p:spPr>
          <a:xfrm>
            <a:off x="5762160" y="147996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5531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4863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27432" y="6095"/>
                </a:lnTo>
                <a:lnTo>
                  <a:pt x="19812" y="6095"/>
                </a:lnTo>
                <a:lnTo>
                  <a:pt x="15240" y="7619"/>
                </a:lnTo>
                <a:lnTo>
                  <a:pt x="10668" y="12191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38100" y="6095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4383"/>
                </a:lnTo>
                <a:lnTo>
                  <a:pt x="15240" y="54863"/>
                </a:lnTo>
                <a:lnTo>
                  <a:pt x="13716" y="59435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48" name="bg object 49" descr=""/>
          <p:cNvPicPr/>
          <p:nvPr/>
        </p:nvPicPr>
        <p:blipFill>
          <a:blip r:embed="rId29"/>
          <a:stretch/>
        </p:blipFill>
        <p:spPr>
          <a:xfrm>
            <a:off x="5929920" y="14706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9" name="bg object 50"/>
          <p:cNvSpPr/>
          <p:nvPr/>
        </p:nvSpPr>
        <p:spPr>
          <a:xfrm>
            <a:off x="5763600" y="16686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5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5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0480" y="24384"/>
                </a:lnTo>
                <a:lnTo>
                  <a:pt x="32004" y="21336"/>
                </a:lnTo>
                <a:lnTo>
                  <a:pt x="32004" y="13716"/>
                </a:lnTo>
                <a:lnTo>
                  <a:pt x="30480" y="10668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5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5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0" name="bg object 51" descr=""/>
          <p:cNvPicPr/>
          <p:nvPr/>
        </p:nvPicPr>
        <p:blipFill>
          <a:blip r:embed="rId30"/>
          <a:stretch/>
        </p:blipFill>
        <p:spPr>
          <a:xfrm>
            <a:off x="5929920" y="16596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1" name="bg object 52"/>
          <p:cNvSpPr/>
          <p:nvPr/>
        </p:nvSpPr>
        <p:spPr>
          <a:xfrm>
            <a:off x="5762160" y="18608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10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10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10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2" name="bg object 53" descr=""/>
          <p:cNvPicPr/>
          <p:nvPr/>
        </p:nvPicPr>
        <p:blipFill>
          <a:blip r:embed="rId31"/>
          <a:stretch/>
        </p:blipFill>
        <p:spPr>
          <a:xfrm>
            <a:off x="5929920" y="1850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3" name="bg object 54"/>
          <p:cNvSpPr/>
          <p:nvPr/>
        </p:nvSpPr>
        <p:spPr>
          <a:xfrm>
            <a:off x="5763600" y="20498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80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4" name="bg object 55" descr=""/>
          <p:cNvPicPr/>
          <p:nvPr/>
        </p:nvPicPr>
        <p:blipFill>
          <a:blip r:embed="rId32"/>
          <a:stretch/>
        </p:blipFill>
        <p:spPr>
          <a:xfrm>
            <a:off x="5929920" y="20390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5" name="bg object 56" descr=""/>
          <p:cNvPicPr/>
          <p:nvPr/>
        </p:nvPicPr>
        <p:blipFill>
          <a:blip r:embed="rId33"/>
          <a:stretch/>
        </p:blipFill>
        <p:spPr>
          <a:xfrm>
            <a:off x="76032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6" name="bg object 57" descr=""/>
          <p:cNvPicPr/>
          <p:nvPr/>
        </p:nvPicPr>
        <p:blipFill>
          <a:blip r:embed="rId34"/>
          <a:stretch/>
        </p:blipFill>
        <p:spPr>
          <a:xfrm>
            <a:off x="2988720" y="23864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7" name="bg object 58"/>
          <p:cNvSpPr/>
          <p:nvPr/>
        </p:nvSpPr>
        <p:spPr>
          <a:xfrm>
            <a:off x="3851280" y="23911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60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60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60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60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58" name="bg object 59" descr=""/>
          <p:cNvPicPr/>
          <p:nvPr/>
        </p:nvPicPr>
        <p:blipFill>
          <a:blip r:embed="rId35"/>
          <a:stretch/>
        </p:blipFill>
        <p:spPr>
          <a:xfrm>
            <a:off x="4137840" y="23925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9" name="bg object 60" descr=""/>
          <p:cNvPicPr/>
          <p:nvPr/>
        </p:nvPicPr>
        <p:blipFill>
          <a:blip r:embed="rId36"/>
          <a:stretch/>
        </p:blipFill>
        <p:spPr>
          <a:xfrm>
            <a:off x="4370760" y="23835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0" name="bg object 61"/>
          <p:cNvSpPr/>
          <p:nvPr/>
        </p:nvSpPr>
        <p:spPr>
          <a:xfrm>
            <a:off x="5769720" y="23317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1" name="bg object 62"/>
          <p:cNvSpPr/>
          <p:nvPr/>
        </p:nvSpPr>
        <p:spPr>
          <a:xfrm>
            <a:off x="5759280" y="24566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80">
                <a:moveTo>
                  <a:pt x="44196" y="68579"/>
                </a:moveTo>
                <a:lnTo>
                  <a:pt x="0" y="68579"/>
                </a:lnTo>
                <a:lnTo>
                  <a:pt x="0" y="64007"/>
                </a:lnTo>
                <a:lnTo>
                  <a:pt x="1524" y="60959"/>
                </a:lnTo>
                <a:lnTo>
                  <a:pt x="4572" y="57911"/>
                </a:lnTo>
                <a:lnTo>
                  <a:pt x="6096" y="53339"/>
                </a:lnTo>
                <a:lnTo>
                  <a:pt x="12192" y="48767"/>
                </a:lnTo>
                <a:lnTo>
                  <a:pt x="19812" y="42671"/>
                </a:lnTo>
                <a:lnTo>
                  <a:pt x="35052" y="27431"/>
                </a:lnTo>
                <a:lnTo>
                  <a:pt x="36576" y="22859"/>
                </a:lnTo>
                <a:lnTo>
                  <a:pt x="36576" y="15239"/>
                </a:lnTo>
                <a:lnTo>
                  <a:pt x="33528" y="9143"/>
                </a:lnTo>
                <a:lnTo>
                  <a:pt x="30480" y="6095"/>
                </a:lnTo>
                <a:lnTo>
                  <a:pt x="15240" y="6095"/>
                </a:lnTo>
                <a:lnTo>
                  <a:pt x="13716" y="9143"/>
                </a:lnTo>
                <a:lnTo>
                  <a:pt x="10668" y="10667"/>
                </a:lnTo>
                <a:lnTo>
                  <a:pt x="9144" y="15239"/>
                </a:lnTo>
                <a:lnTo>
                  <a:pt x="9144" y="19811"/>
                </a:lnTo>
                <a:lnTo>
                  <a:pt x="1524" y="18287"/>
                </a:lnTo>
                <a:lnTo>
                  <a:pt x="1524" y="12191"/>
                </a:lnTo>
                <a:lnTo>
                  <a:pt x="4572" y="7619"/>
                </a:lnTo>
                <a:lnTo>
                  <a:pt x="7620" y="4571"/>
                </a:lnTo>
                <a:lnTo>
                  <a:pt x="12192" y="1523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3"/>
                </a:lnTo>
                <a:lnTo>
                  <a:pt x="42672" y="9143"/>
                </a:lnTo>
                <a:lnTo>
                  <a:pt x="44196" y="13715"/>
                </a:lnTo>
                <a:lnTo>
                  <a:pt x="44196" y="22859"/>
                </a:lnTo>
                <a:lnTo>
                  <a:pt x="15240" y="54863"/>
                </a:lnTo>
                <a:lnTo>
                  <a:pt x="13716" y="57911"/>
                </a:lnTo>
                <a:lnTo>
                  <a:pt x="12192" y="62483"/>
                </a:lnTo>
                <a:lnTo>
                  <a:pt x="44196" y="62483"/>
                </a:lnTo>
                <a:lnTo>
                  <a:pt x="44196" y="68579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62" name="bg object 63" descr=""/>
          <p:cNvPicPr/>
          <p:nvPr/>
        </p:nvPicPr>
        <p:blipFill>
          <a:blip r:embed="rId37"/>
          <a:stretch/>
        </p:blipFill>
        <p:spPr>
          <a:xfrm>
            <a:off x="5934600" y="23209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3" name="bg object 64" descr=""/>
          <p:cNvPicPr/>
          <p:nvPr/>
        </p:nvPicPr>
        <p:blipFill>
          <a:blip r:embed="rId38"/>
          <a:stretch/>
        </p:blipFill>
        <p:spPr>
          <a:xfrm>
            <a:off x="760320" y="26503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4" name="bg object 65" descr=""/>
          <p:cNvPicPr/>
          <p:nvPr/>
        </p:nvPicPr>
        <p:blipFill>
          <a:blip r:embed="rId39"/>
          <a:stretch/>
        </p:blipFill>
        <p:spPr>
          <a:xfrm>
            <a:off x="1014840" y="23194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5" name="bg object 66" descr=""/>
          <p:cNvPicPr/>
          <p:nvPr/>
        </p:nvPicPr>
        <p:blipFill>
          <a:blip r:embed="rId40"/>
          <a:stretch/>
        </p:blipFill>
        <p:spPr>
          <a:xfrm>
            <a:off x="76032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6" name="bg object 67" descr=""/>
          <p:cNvPicPr/>
          <p:nvPr/>
        </p:nvPicPr>
        <p:blipFill>
          <a:blip r:embed="rId41"/>
          <a:stretch/>
        </p:blipFill>
        <p:spPr>
          <a:xfrm>
            <a:off x="280404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7" name="bg object 68" descr=""/>
          <p:cNvPicPr/>
          <p:nvPr/>
        </p:nvPicPr>
        <p:blipFill>
          <a:blip r:embed="rId42"/>
          <a:stretch/>
        </p:blipFill>
        <p:spPr>
          <a:xfrm>
            <a:off x="32583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8" name="bg object 69" descr=""/>
          <p:cNvPicPr/>
          <p:nvPr/>
        </p:nvPicPr>
        <p:blipFill>
          <a:blip r:embed="rId43"/>
          <a:stretch/>
        </p:blipFill>
        <p:spPr>
          <a:xfrm>
            <a:off x="4137840" y="29703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9" name="bg object 70" descr=""/>
          <p:cNvPicPr/>
          <p:nvPr/>
        </p:nvPicPr>
        <p:blipFill>
          <a:blip r:embed="rId44"/>
          <a:stretch/>
        </p:blipFill>
        <p:spPr>
          <a:xfrm>
            <a:off x="4372200" y="28332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0" name="bg object 71" descr=""/>
          <p:cNvPicPr/>
          <p:nvPr/>
        </p:nvPicPr>
        <p:blipFill>
          <a:blip r:embed="rId45"/>
          <a:stretch/>
        </p:blipFill>
        <p:spPr>
          <a:xfrm>
            <a:off x="597420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1" name="bg object 72" descr=""/>
          <p:cNvPicPr/>
          <p:nvPr/>
        </p:nvPicPr>
        <p:blipFill>
          <a:blip r:embed="rId46"/>
          <a:stretch/>
        </p:blipFill>
        <p:spPr>
          <a:xfrm>
            <a:off x="6428160" y="29581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bg object 73"/>
          <p:cNvSpPr/>
          <p:nvPr/>
        </p:nvSpPr>
        <p:spPr>
          <a:xfrm>
            <a:off x="734400" y="327672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73" name="bg object 74" descr=""/>
          <p:cNvPicPr/>
          <p:nvPr/>
        </p:nvPicPr>
        <p:blipFill>
          <a:blip r:embed="rId47"/>
          <a:stretch/>
        </p:blipFill>
        <p:spPr>
          <a:xfrm>
            <a:off x="816840" y="327672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4" name="bg object 75" descr=""/>
          <p:cNvPicPr/>
          <p:nvPr/>
        </p:nvPicPr>
        <p:blipFill>
          <a:blip r:embed="rId48"/>
          <a:stretch/>
        </p:blipFill>
        <p:spPr>
          <a:xfrm>
            <a:off x="1016640" y="32644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5" name="bg object 76" descr=""/>
          <p:cNvPicPr/>
          <p:nvPr/>
        </p:nvPicPr>
        <p:blipFill>
          <a:blip r:embed="rId49"/>
          <a:stretch/>
        </p:blipFill>
        <p:spPr>
          <a:xfrm>
            <a:off x="597420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6" name="bg object 77" descr=""/>
          <p:cNvPicPr/>
          <p:nvPr/>
        </p:nvPicPr>
        <p:blipFill>
          <a:blip r:embed="rId50"/>
          <a:stretch/>
        </p:blipFill>
        <p:spPr>
          <a:xfrm>
            <a:off x="6428160" y="32644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7" name="bg object 78" descr=""/>
          <p:cNvPicPr/>
          <p:nvPr/>
        </p:nvPicPr>
        <p:blipFill>
          <a:blip r:embed="rId51"/>
          <a:stretch/>
        </p:blipFill>
        <p:spPr>
          <a:xfrm>
            <a:off x="719280" y="34700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8" name="PlaceHolder 1"/>
          <p:cNvSpPr>
            <a:spLocks noGrp="1"/>
          </p:cNvSpPr>
          <p:nvPr>
            <p:ph type="ftr" idx="37"/>
          </p:nvPr>
        </p:nvSpPr>
        <p:spPr>
          <a:xfrm>
            <a:off x="2571480" y="9945000"/>
            <a:ext cx="241668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&lt;フッター&gt;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79" name="PlaceHolder 2"/>
          <p:cNvSpPr>
            <a:spLocks noGrp="1"/>
          </p:cNvSpPr>
          <p:nvPr>
            <p:ph type="dt" idx="38"/>
          </p:nvPr>
        </p:nvSpPr>
        <p:spPr>
          <a:xfrm>
            <a:off x="37800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Noto Serif JP"/>
              </a:rPr>
              <a:t>&lt;日付/時刻&gt;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0" name="PlaceHolder 3"/>
          <p:cNvSpPr>
            <a:spLocks noGrp="1"/>
          </p:cNvSpPr>
          <p:nvPr>
            <p:ph type="sldNum" idx="39"/>
          </p:nvPr>
        </p:nvSpPr>
        <p:spPr>
          <a:xfrm>
            <a:off x="5445360" y="9945000"/>
            <a:ext cx="1735920" cy="531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Noto Serif JP"/>
            </a:endParaRPr>
          </a:p>
        </p:txBody>
      </p:sp>
      <p:sp>
        <p:nvSpPr>
          <p:cNvPr id="881" name="PlaceHolder 4"/>
          <p:cNvSpPr>
            <a:spLocks noGrp="1"/>
          </p:cNvSpPr>
          <p:nvPr>
            <p:ph type="title"/>
          </p:nvPr>
        </p:nvSpPr>
        <p:spPr>
          <a:xfrm>
            <a:off x="377640" y="426600"/>
            <a:ext cx="6797160" cy="1782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クリックしてタイトルテキストを編集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PlaceHolder 5"/>
          <p:cNvSpPr>
            <a:spLocks noGrp="1"/>
          </p:cNvSpPr>
          <p:nvPr>
            <p:ph type="body"/>
          </p:nvPr>
        </p:nvSpPr>
        <p:spPr>
          <a:xfrm>
            <a:off x="377640" y="2502000"/>
            <a:ext cx="6797160" cy="619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クリックしてアウトラインのテキストを編集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3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4</a:t>
            </a:r>
            <a:r>
              <a:rPr b="0" lang="ja-JP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5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6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第</a:t>
            </a: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7</a:t>
            </a:r>
            <a:r>
              <a:rPr b="0" lang="ja-JP" sz="2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レベル アウトライン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1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52.png"/><Relationship Id="rId8" Type="http://schemas.openxmlformats.org/officeDocument/2006/relationships/image" Target="../media/image53.png"/><Relationship Id="rId9" Type="http://schemas.openxmlformats.org/officeDocument/2006/relationships/image" Target="../media/image54.png"/><Relationship Id="rId10" Type="http://schemas.openxmlformats.org/officeDocument/2006/relationships/image" Target="../media/image55.png"/><Relationship Id="rId11" Type="http://schemas.openxmlformats.org/officeDocument/2006/relationships/image" Target="../media/image56.png"/><Relationship Id="rId12" Type="http://schemas.openxmlformats.org/officeDocument/2006/relationships/image" Target="../media/image57.png"/><Relationship Id="rId13" Type="http://schemas.openxmlformats.org/officeDocument/2006/relationships/image" Target="../media/image12.png"/><Relationship Id="rId14" Type="http://schemas.openxmlformats.org/officeDocument/2006/relationships/image" Target="../media/image58.png"/><Relationship Id="rId15" Type="http://schemas.openxmlformats.org/officeDocument/2006/relationships/image" Target="../media/image59.png"/><Relationship Id="rId16" Type="http://schemas.openxmlformats.org/officeDocument/2006/relationships/image" Target="../media/image15.png"/><Relationship Id="rId17" Type="http://schemas.openxmlformats.org/officeDocument/2006/relationships/image" Target="../media/image60.png"/><Relationship Id="rId18" Type="http://schemas.openxmlformats.org/officeDocument/2006/relationships/image" Target="../media/image61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62.png"/><Relationship Id="rId25" Type="http://schemas.openxmlformats.org/officeDocument/2006/relationships/image" Target="../media/image24.png"/><Relationship Id="rId26" Type="http://schemas.openxmlformats.org/officeDocument/2006/relationships/image" Target="../media/image63.png"/><Relationship Id="rId27" Type="http://schemas.openxmlformats.org/officeDocument/2006/relationships/image" Target="../media/image64.png"/><Relationship Id="rId28" Type="http://schemas.openxmlformats.org/officeDocument/2006/relationships/image" Target="../media/image65.png"/><Relationship Id="rId29" Type="http://schemas.openxmlformats.org/officeDocument/2006/relationships/image" Target="../media/image66.png"/><Relationship Id="rId30" Type="http://schemas.openxmlformats.org/officeDocument/2006/relationships/image" Target="../media/image67.png"/><Relationship Id="rId31" Type="http://schemas.openxmlformats.org/officeDocument/2006/relationships/image" Target="../media/image68.png"/><Relationship Id="rId32" Type="http://schemas.openxmlformats.org/officeDocument/2006/relationships/image" Target="../media/image69.png"/><Relationship Id="rId33" Type="http://schemas.openxmlformats.org/officeDocument/2006/relationships/image" Target="../media/image70.png"/><Relationship Id="rId34" Type="http://schemas.openxmlformats.org/officeDocument/2006/relationships/image" Target="../media/image33.png"/><Relationship Id="rId35" Type="http://schemas.openxmlformats.org/officeDocument/2006/relationships/image" Target="../media/image71.png"/><Relationship Id="rId36" Type="http://schemas.openxmlformats.org/officeDocument/2006/relationships/image" Target="../media/image72.png"/><Relationship Id="rId37" Type="http://schemas.openxmlformats.org/officeDocument/2006/relationships/image" Target="../media/image73.png"/><Relationship Id="rId38" Type="http://schemas.openxmlformats.org/officeDocument/2006/relationships/image" Target="../media/image37.png"/><Relationship Id="rId39" Type="http://schemas.openxmlformats.org/officeDocument/2006/relationships/image" Target="../media/image74.png"/><Relationship Id="rId40" Type="http://schemas.openxmlformats.org/officeDocument/2006/relationships/image" Target="../media/image75.png"/><Relationship Id="rId41" Type="http://schemas.openxmlformats.org/officeDocument/2006/relationships/image" Target="../media/image40.png"/><Relationship Id="rId42" Type="http://schemas.openxmlformats.org/officeDocument/2006/relationships/image" Target="../media/image76.png"/><Relationship Id="rId43" Type="http://schemas.openxmlformats.org/officeDocument/2006/relationships/image" Target="../media/image77.png"/><Relationship Id="rId44" Type="http://schemas.openxmlformats.org/officeDocument/2006/relationships/image" Target="../media/image78.png"/><Relationship Id="rId45" Type="http://schemas.openxmlformats.org/officeDocument/2006/relationships/image" Target="../media/image40.png"/><Relationship Id="rId46" Type="http://schemas.openxmlformats.org/officeDocument/2006/relationships/image" Target="../media/image76.png"/><Relationship Id="rId47" Type="http://schemas.openxmlformats.org/officeDocument/2006/relationships/image" Target="../media/image79.png"/><Relationship Id="rId48" Type="http://schemas.openxmlformats.org/officeDocument/2006/relationships/image" Target="../media/image80.png"/><Relationship Id="rId49" Type="http://schemas.openxmlformats.org/officeDocument/2006/relationships/image" Target="../media/image46.png"/><Relationship Id="rId50" Type="http://schemas.openxmlformats.org/officeDocument/2006/relationships/image" Target="../media/image81.png"/><Relationship Id="rId51" Type="http://schemas.openxmlformats.org/officeDocument/2006/relationships/image" Target="../media/image82.png"/><Relationship Id="rId52" Type="http://schemas.openxmlformats.org/officeDocument/2006/relationships/image" Target="../media/image83.png"/><Relationship Id="rId53" Type="http://schemas.openxmlformats.org/officeDocument/2006/relationships/image" Target="../media/image84.png"/><Relationship Id="rId54" Type="http://schemas.openxmlformats.org/officeDocument/2006/relationships/image" Target="../media/image85.png"/><Relationship Id="rId55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3" name="object 2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884" name="object 3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5" name="object 4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6" name="object 5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87" name="object 6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888" name="object 7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889" name="object 8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890" name="object 9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91" name="object 10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892" name="object 11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93" name="object 12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94" name="object 13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95" name="object 14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6" name="object 15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7" name="object 16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8" name="object 17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9" name="object 18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0" name="object 19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1" name="object 20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2" name="object 21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3" name="object 22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4" name="object 23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5" name="object 24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6" name="object 25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7" name="object 26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8" name="object 27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9" name="object 28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0" name="object 29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1" name="object 30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2" name="object 31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3" name="object 32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4" name="object 33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5" name="object 34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6" name="object 35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7" name="object 36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18" name="object 37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object 38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0" name="object 39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1" name="object 40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2" name="object 41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3" name="object 42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4" name="object 43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5" name="object 44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6" name="object 45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7" name="object 46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8" name="object 47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9" name="object 48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0" name="object 49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1" name="object 50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2" name="object 51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3" name="object 52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34" name="object 53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5" name="object 54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6" name="object 55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7" name="object 56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8" name="object 57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9" name="object 58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0" name="object 59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1" name="object 60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2" name="object 61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3" name="object 62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4" name="object 63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45" name="object 64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6" name="object 65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7" name="object 66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8" name="object 67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9" name="object 68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950" name="object 69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951" name="object 70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2" name="object 71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3" name="object 72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4" name="テキストボックス 76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テキストボックス 81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6" name="テキスト ボックス 5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7" name="テキスト ボックス 5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テキスト ボックス 5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9" name="テキスト ボックス 5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0" name="テキスト ボックス 5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テキスト ボックス 5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2" name="テキスト ボックス 5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3" name="テキスト ボックス 5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"/>
          <p:cNvSpPr/>
          <p:nvPr/>
        </p:nvSpPr>
        <p:spPr>
          <a:xfrm>
            <a:off x="2052000" y="144000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5" name=""/>
          <p:cNvSpPr/>
          <p:nvPr/>
        </p:nvSpPr>
        <p:spPr>
          <a:xfrm>
            <a:off x="2592000" y="144000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6" name=""/>
          <p:cNvSpPr/>
          <p:nvPr/>
        </p:nvSpPr>
        <p:spPr>
          <a:xfrm>
            <a:off x="3276000" y="144000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"/>
          <p:cNvSpPr/>
          <p:nvPr/>
        </p:nvSpPr>
        <p:spPr>
          <a:xfrm>
            <a:off x="2052000" y="637236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8" name=""/>
          <p:cNvSpPr/>
          <p:nvPr/>
        </p:nvSpPr>
        <p:spPr>
          <a:xfrm>
            <a:off x="2628000" y="637272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9" name=""/>
          <p:cNvSpPr/>
          <p:nvPr/>
        </p:nvSpPr>
        <p:spPr>
          <a:xfrm>
            <a:off x="3276000" y="637272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"/>
          <p:cNvSpPr/>
          <p:nvPr/>
        </p:nvSpPr>
        <p:spPr>
          <a:xfrm>
            <a:off x="2412000" y="226836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1" name=""/>
          <p:cNvSpPr/>
          <p:nvPr/>
        </p:nvSpPr>
        <p:spPr>
          <a:xfrm>
            <a:off x="3240000" y="226872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2" name=""/>
          <p:cNvSpPr/>
          <p:nvPr/>
        </p:nvSpPr>
        <p:spPr>
          <a:xfrm>
            <a:off x="2412000" y="716472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"/>
          <p:cNvSpPr/>
          <p:nvPr/>
        </p:nvSpPr>
        <p:spPr>
          <a:xfrm>
            <a:off x="3276000" y="7165080"/>
            <a:ext cx="647280" cy="20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4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5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7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8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0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1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3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4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6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7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9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0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2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3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4" name="object 142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995" name="object 143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6" name="object 144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7" name="object 145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998" name="object 146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999" name="object 147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000" name="object 148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001" name="object 149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02" name="object 150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003" name="object 151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004" name="object 152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005" name="object 153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006" name="object 154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7" name="object 155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8" name="object 156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9" name="object 157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0" name="object 158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1" name="object 159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2" name="object 160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3" name="object 161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4" name="object 162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5" name="object 163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6" name="object 164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7" name="object 165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8" name="object 166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9" name="object 167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0" name="object 168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1" name="object 169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2" name="object 170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3" name="object 171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4" name="object 172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25" name="object 173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6" name="object 174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7" name="object 175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8" name="object 176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29" name="object 177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0" name="object 178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1" name="object 179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2" name="object 180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3" name="object 181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4" name="object 182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5" name="object 183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6" name="object 184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7" name="object 185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8" name="object 186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9" name="object 187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0" name="object 188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1" name="object 189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2" name="object 190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3" name="object 191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4" name="object 192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5" name="object 193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6" name="object 194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7" name="object 195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8" name="object 196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9" name="object 197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0" name="object 198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1" name="object 199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2" name="object 200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3" name="object 201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4" name="object 202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5" name="object 203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56" name="object 204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7" name="object 205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8" name="object 206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59" name="object 207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0" name="object 208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061" name="object 209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062" name="object 210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3" name="object 211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64" name="object 212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65" name="テキストボックス 3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テキストボックス 4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7" name="テキスト ボックス 10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8" name="テキスト ボックス 11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テキスト ボックス 12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0" name="テキスト ボックス 13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1" name="テキスト ボックス 14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テキスト ボックス 15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3" name="テキスト ボックス 16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4" name="テキスト ボックス 17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6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7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9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0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2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3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5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6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8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9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1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2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4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5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7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8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0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1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3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4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05" name="object 213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106" name="object 214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7" name="object 215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8" name="object 216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09" name="object 217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110" name="object 218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111" name="object 219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112" name="object 220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113" name="object 221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114" name="object 222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115" name="object 223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116" name="object 224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117" name="object 225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18" name="object 226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9" name="object 227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0" name="object 228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1" name="object 229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2" name="object 230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3" name="object 231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4" name="object 232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5" name="object 233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6" name="object 234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7" name="object 235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8" name="object 236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29" name="object 237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0" name="object 238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1" name="object 239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2" name="object 240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3" name="object 241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4" name="object 242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5" name="object 243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6" name="object 244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7" name="object 245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38" name="object 246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9" name="object 247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0" name="object 248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1" name="object 249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2" name="object 250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3" name="object 251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4" name="object 252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5" name="object 253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6" name="object 254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47" name="object 255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48" name="object 256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9" name="object 257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0" name="object 258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1" name="object 259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2" name="object 260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3" name="object 261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4" name="object 262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5" name="object 263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6" name="object 264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7" name="object 265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8" name="object 266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59" name="object 267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0" name="object 268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1" name="object 269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2" name="object 270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3" name="object 271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4" name="object 272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5" name="object 273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6" name="object 274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7" name="object 275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8" name="object 276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69" name="object 277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0" name="object 278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1" name="object 279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172" name="object 280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173" name="object 281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4" name="object 282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5" name="object 283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6" name="テキストボックス 5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7" name="テキストボックス 6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8" name="テキスト ボックス 18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9" name="テキスト ボックス 19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0" name="テキスト ボックス 20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1" name="テキスト ボックス 21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2" name="テキスト ボックス 22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3" name="テキスト ボックス 23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4" name="テキスト ボックス 24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5" name="テキスト ボックス 25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6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7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8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9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0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1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2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3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4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5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6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7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8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9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0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1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2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3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4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5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6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7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8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9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0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1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2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3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4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5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16" name="object 284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217" name="object 285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8" name="object 286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9" name="object 287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20" name="object 288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221" name="object 289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222" name="object 290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223" name="object 291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224" name="object 292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225" name="object 293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26" name="object 294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227" name="object 295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28" name="object 296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9" name="object 297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0" name="object 298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1" name="object 299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2" name="object 300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3" name="object 301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4" name="object 302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5" name="object 303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6" name="object 304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7" name="object 305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8" name="object 306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9" name="object 307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0" name="object 308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1" name="object 309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2" name="object 310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3" name="object 311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4" name="object 312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5" name="object 313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6" name="object 314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7" name="object 315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8" name="object 316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49" name="object 317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0" name="object 318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1" name="object 319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2" name="object 320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3" name="object 321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4" name="object 322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5" name="object 323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6" name="object 324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7" name="object 325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8" name="object 326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9" name="object 327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0" name="object 328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1" name="object 329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2" name="object 330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3" name="object 331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4" name="object 332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5" name="object 333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6" name="object 334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7" name="object 335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8" name="object 336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69" name="object 337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0" name="object 338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1" name="object 339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2" name="object 340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3" name="object 341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4" name="object 342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5" name="object 343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6" name="object 344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77" name="object 345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8" name="object 346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79" name="object 347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0" name="object 348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1" name="object 349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2" name="object 350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283" name="object 351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284" name="object 352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5" name="object 353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86" name="object 354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7" name="テキストボックス 7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8" name="テキストボックス 8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9" name="テキスト ボックス 26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0" name="テキスト ボックス 27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1" name="テキスト ボックス 28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2" name="テキスト ボックス 29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3" name="テキスト ボックス 30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4" name="テキスト ボックス 31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5" name="テキスト ボックス 32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6" name="テキスト ボックス 33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7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8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9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0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1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2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3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4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5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6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7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8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9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0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1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2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3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4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5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6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7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8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9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0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1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2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3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4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5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6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27" name="object 355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328" name="object 356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9" name="object 357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0" name="object 358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1" name="object 359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332" name="object 360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333" name="object 361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334" name="object 362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335" name="object 363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336" name="object 364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37" name="object 365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338" name="object 366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339" name="object 367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0" name="object 368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1" name="object 369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2" name="object 370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3" name="object 371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4" name="object 372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5" name="object 373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6" name="object 374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7" name="object 375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8" name="object 376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9" name="object 377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0" name="object 378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1" name="object 379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2" name="object 380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3" name="object 381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4" name="object 382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5" name="object 383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6" name="object 384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7" name="object 385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8" name="object 386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9" name="object 387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0" name="object 388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1" name="object 389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2" name="object 390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3" name="object 391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4" name="object 392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5" name="object 393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6" name="object 394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7" name="object 395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68" name="object 396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69" name="object 397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0" name="object 398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1" name="object 399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2" name="object 400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3" name="object 401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4" name="object 402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5" name="object 403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6" name="object 404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7" name="object 405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8" name="object 406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9" name="object 407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0" name="object 408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1" name="object 409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2" name="object 410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3" name="object 411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4" name="object 412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5" name="object 413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6" name="object 414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87" name="object 415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8" name="object 416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89" name="object 417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0" name="object 418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1" name="object 419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2" name="object 420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3" name="object 421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394" name="object 422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395" name="object 423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6" name="object 424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97" name="object 425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8" name="テキストボックス 9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9" name="テキストボックス 10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0" name="テキスト ボックス 34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1" name="テキスト ボックス 35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2" name="テキスト ボックス 36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3" name="テキスト ボックス 37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4" name="テキスト ボックス 38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5" name="テキスト ボックス 39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6" name="テキスト ボックス 40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7" name="テキスト ボックス 41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8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9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0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1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2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3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4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5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6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7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8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9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0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1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2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3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4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5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6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7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8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9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0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1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2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3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4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5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6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7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8" name="object 426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439" name="object 427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0" name="object 428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41" name="object 429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42" name="object 430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443" name="object 431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44" name="object 432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445" name="object 433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446" name="object 434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447" name="object 435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48" name="object 436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49" name="object 437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450" name="object 438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51" name="object 439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2" name="object 440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3" name="object 441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4" name="object 442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5" name="object 443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6" name="object 444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7" name="object 445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8" name="object 446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9" name="object 447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0" name="object 448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1" name="object 449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2" name="object 450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3" name="object 451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4" name="object 452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5" name="object 453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6" name="object 454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7" name="object 455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8" name="object 456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9" name="object 457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0" name="object 458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1" name="object 459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2" name="object 460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3" name="object 461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4" name="object 462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5" name="object 463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6" name="object 464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7" name="object 465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8" name="object 466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79" name="object 467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0" name="object 468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1" name="object 469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2" name="object 470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3" name="object 471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4" name="object 472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5" name="object 473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86" name="object 474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7" name="object 475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8" name="object 476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89" name="object 477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0" name="object 478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1" name="object 479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2" name="object 480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3" name="object 481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4" name="object 482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5" name="object 483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6" name="object 484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7" name="object 485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98" name="object 486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9" name="object 487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00" name="object 488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1" name="object 489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2" name="object 490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3" name="object 491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4" name="object 492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505" name="object 493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506" name="object 494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7" name="object 495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08" name="object 496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9" name="テキストボックス 11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0" name="テキストボックス 12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1" name="テキスト ボックス 42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2" name="テキスト ボックス 43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3" name="テキスト ボックス 44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4" name="テキスト ボックス 45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5" name="テキスト ボックス 46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6" name="テキスト ボックス 47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7" name="テキスト ボックス 48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8" name="テキスト ボックス 49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9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0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1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2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3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4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5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6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7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8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9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0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1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2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3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4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5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6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7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8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9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0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1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2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3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4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5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6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7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8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49" name="object 497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550" name="object 498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1" name="object 499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52" name="object 500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53" name="object 501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554" name="object 502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55" name="object 503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556" name="object 504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557" name="object 505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558" name="object 506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559" name="object 507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560" name="object 508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561" name="object 509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62" name="object 510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3" name="object 511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4" name="object 512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5" name="object 513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6" name="object 514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7" name="object 515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8" name="object 516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9" name="object 517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0" name="object 518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1" name="object 519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2" name="object 520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3" name="object 521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4" name="object 522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5" name="object 523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6" name="object 524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7" name="object 525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8" name="object 526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9" name="object 527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0" name="object 528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1" name="object 529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2" name="object 530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3" name="object 531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4" name="object 532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5" name="object 533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6" name="object 534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7" name="object 535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88" name="object 536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89" name="object 537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0" name="object 538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1" name="object 539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2" name="object 540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3" name="object 541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4" name="object 542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5" name="object 543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96" name="object 544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7" name="object 545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8" name="object 546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9" name="object 547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0" name="object 548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1" name="object 549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2" name="object 550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3" name="object 551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4" name="object 552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5" name="object 553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6" name="object 554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7" name="object 555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8" name="object 556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9" name="object 557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0" name="object 558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11" name="object 559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2" name="object 560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3" name="object 561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4" name="object 562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5" name="object 563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616" name="object 564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617" name="object 565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8" name="object 566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9" name="object 567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0" name="テキストボックス 13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1" name="テキストボックス 14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2" name="テキスト ボックス 50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3" name="テキスト ボックス 51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4" name="テキスト ボックス 52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5" name="テキスト ボックス 53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6" name="テキスト ボックス 54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7" name="テキスト ボックス 55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8" name="テキスト ボックス 56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9" name="テキスト ボックス 57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0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1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2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3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4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5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6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7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8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9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0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1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2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3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4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5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6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7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8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9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0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1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2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3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4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5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6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7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8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9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0" name="object 568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661" name="object 569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2" name="object 570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3" name="object 571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64" name="object 572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665" name="object 573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666" name="object 574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667" name="object 575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668" name="object 576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669" name="object 577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670" name="object 578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671" name="object 579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72" name="object 580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73" name="object 581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4" name="object 582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5" name="object 583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6" name="object 584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7" name="object 585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8" name="object 586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9" name="object 587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0" name="object 588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1" name="object 589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2" name="object 590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3" name="object 591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4" name="object 592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5" name="object 593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6" name="object 594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7" name="object 595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8" name="object 596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89" name="object 597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0" name="object 598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91" name="object 599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2" name="object 600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3" name="object 601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4" name="object 602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5" name="object 603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6" name="object 604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7" name="object 605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8" name="object 606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99" name="object 607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0" name="object 608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1" name="object 609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2" name="object 610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3" name="object 611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4" name="object 612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5" name="object 613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6" name="object 614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07" name="object 615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08" name="object 616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09" name="object 617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0" name="object 618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11" name="object 619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2" name="object 620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3" name="object 621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4" name="object 622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5" name="object 623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6" name="object 624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7" name="object 625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8" name="object 626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9" name="object 627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0" name="object 628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1" name="object 629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22" name="object 630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3" name="object 631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4" name="object 632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5" name="object 633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6" name="object 634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727" name="object 635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728" name="object 636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9" name="object 637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0" name="object 638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31" name="テキストボックス 15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2" name="テキストボックス 16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3" name="テキスト ボックス 58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4" name="テキスト ボックス 59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5" name="テキスト ボックス 60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6" name="テキスト ボックス 61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7" name="テキスト ボックス 62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8" name="テキスト ボックス 63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9" name="テキスト ボックス 64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0" name="テキスト ボックス 65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1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2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3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4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5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6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7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8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9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0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1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2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3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4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5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6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7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8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9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0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1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2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3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4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5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6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7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8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9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0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1" name="object 639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772" name="object 640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3" name="object 641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74" name="object 642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75" name="object 643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776" name="object 644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777" name="object 645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778" name="object 646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779" name="object 647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780" name="object 648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781" name="object 649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782" name="object 650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783" name="object 651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84" name="object 652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5" name="object 653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6" name="object 654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7" name="object 655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8" name="object 656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89" name="object 657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0" name="object 658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1" name="object 659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2" name="object 660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3" name="object 661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4" name="object 662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5" name="object 663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6" name="object 664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7" name="object 665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8" name="object 666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99" name="object 667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0" name="object 668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1" name="object 669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02" name="object 670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3" name="object 671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4" name="object 672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5" name="object 673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6" name="object 674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7" name="object 675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08" name="object 676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9" name="object 677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0" name="object 678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1" name="object 679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2" name="object 680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3" name="object 681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4" name="object 682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5" name="object 683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6" name="object 684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17" name="object 685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8" name="object 686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19" name="object 687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0" name="object 688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1" name="object 689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22" name="object 690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3" name="object 691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4" name="object 692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5" name="object 693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6" name="object 694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7" name="object 695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8" name="object 696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29" name="object 697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0" name="object 698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1" name="object 699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2" name="object 700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33" name="object 701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4" name="object 702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5" name="object 703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6" name="object 704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37" name="object 705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838" name="object 706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839" name="object 707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0" name="object 708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1" name="object 709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42" name="テキストボックス 17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3" name="テキストボックス 18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4" name="テキスト ボックス 66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5" name="テキスト ボックス 67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6" name="テキスト ボックス 68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7" name="テキスト ボックス 69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8" name="テキスト ボックス 70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9" name="テキスト ボックス 71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0" name="テキスト ボックス 72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1" name="テキスト ボックス 73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2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3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4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5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6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7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8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9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0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1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2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3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4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5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6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7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8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9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0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1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2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3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4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5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6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7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8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9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0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1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82" name="object 710"/>
          <p:cNvGraphicFramePr/>
          <p:nvPr/>
        </p:nvGraphicFramePr>
        <p:xfrm>
          <a:off x="660600" y="9090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1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883" name="object 711" descr=""/>
          <p:cNvPicPr/>
          <p:nvPr/>
        </p:nvPicPr>
        <p:blipFill>
          <a:blip r:embed="rId1"/>
          <a:stretch/>
        </p:blipFill>
        <p:spPr>
          <a:xfrm>
            <a:off x="5943600" y="36241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4" name="object 712" descr=""/>
          <p:cNvPicPr/>
          <p:nvPr/>
        </p:nvPicPr>
        <p:blipFill>
          <a:blip r:embed="rId2"/>
          <a:stretch/>
        </p:blipFill>
        <p:spPr>
          <a:xfrm>
            <a:off x="513720" y="5443560"/>
            <a:ext cx="993240" cy="95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5" name="object 713" descr=""/>
          <p:cNvPicPr/>
          <p:nvPr/>
        </p:nvPicPr>
        <p:blipFill>
          <a:blip r:embed="rId3"/>
          <a:stretch/>
        </p:blipFill>
        <p:spPr>
          <a:xfrm>
            <a:off x="1583280" y="5445360"/>
            <a:ext cx="1771920" cy="225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86" name="object 714"/>
          <p:cNvGrpSpPr/>
          <p:nvPr/>
        </p:nvGrpSpPr>
        <p:grpSpPr>
          <a:xfrm>
            <a:off x="5862960" y="5715000"/>
            <a:ext cx="230760" cy="94320"/>
            <a:chOff x="5862960" y="5715000"/>
            <a:chExt cx="230760" cy="94320"/>
          </a:xfrm>
        </p:grpSpPr>
        <p:sp>
          <p:nvSpPr>
            <p:cNvPr id="1887" name="object 715"/>
            <p:cNvSpPr/>
            <p:nvPr/>
          </p:nvSpPr>
          <p:spPr>
            <a:xfrm>
              <a:off x="586296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60" h="86995">
                  <a:moveTo>
                    <a:pt x="22860" y="86868"/>
                  </a:moveTo>
                  <a:lnTo>
                    <a:pt x="16764" y="86868"/>
                  </a:lnTo>
                  <a:lnTo>
                    <a:pt x="10668" y="79248"/>
                  </a:lnTo>
                  <a:lnTo>
                    <a:pt x="7620" y="73152"/>
                  </a:lnTo>
                  <a:lnTo>
                    <a:pt x="1524" y="57912"/>
                  </a:lnTo>
                  <a:lnTo>
                    <a:pt x="0" y="50292"/>
                  </a:lnTo>
                  <a:lnTo>
                    <a:pt x="0" y="35052"/>
                  </a:lnTo>
                  <a:lnTo>
                    <a:pt x="1524" y="27432"/>
                  </a:lnTo>
                  <a:lnTo>
                    <a:pt x="7620" y="12192"/>
                  </a:lnTo>
                  <a:lnTo>
                    <a:pt x="16764" y="0"/>
                  </a:lnTo>
                  <a:lnTo>
                    <a:pt x="22860" y="0"/>
                  </a:lnTo>
                  <a:lnTo>
                    <a:pt x="18597" y="5929"/>
                  </a:lnTo>
                  <a:lnTo>
                    <a:pt x="15049" y="12001"/>
                  </a:lnTo>
                  <a:lnTo>
                    <a:pt x="12358" y="17787"/>
                  </a:lnTo>
                  <a:lnTo>
                    <a:pt x="10668" y="22860"/>
                  </a:lnTo>
                  <a:lnTo>
                    <a:pt x="7620" y="28956"/>
                  </a:lnTo>
                  <a:lnTo>
                    <a:pt x="7620" y="42672"/>
                  </a:lnTo>
                  <a:lnTo>
                    <a:pt x="8501" y="53863"/>
                  </a:lnTo>
                  <a:lnTo>
                    <a:pt x="11239" y="64770"/>
                  </a:lnTo>
                  <a:lnTo>
                    <a:pt x="15978" y="75676"/>
                  </a:lnTo>
                  <a:lnTo>
                    <a:pt x="22860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888" name="object 716" descr=""/>
            <p:cNvPicPr/>
            <p:nvPr/>
          </p:nvPicPr>
          <p:blipFill>
            <a:blip r:embed="rId4"/>
            <a:stretch/>
          </p:blipFill>
          <p:spPr>
            <a:xfrm>
              <a:off x="5925240" y="5715000"/>
              <a:ext cx="168480" cy="83160"/>
            </a:xfrm>
            <a:prstGeom prst="rect">
              <a:avLst/>
            </a:prstGeom>
            <a:noFill/>
            <a:ln w="0">
              <a:noFill/>
            </a:ln>
          </p:spPr>
        </p:pic>
      </p:grpSp>
      <p:pic>
        <p:nvPicPr>
          <p:cNvPr id="1889" name="object 717" descr=""/>
          <p:cNvPicPr/>
          <p:nvPr/>
        </p:nvPicPr>
        <p:blipFill>
          <a:blip r:embed="rId5"/>
          <a:stretch/>
        </p:blipFill>
        <p:spPr>
          <a:xfrm>
            <a:off x="6304680" y="5715000"/>
            <a:ext cx="75600" cy="8172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890" name="object 718"/>
          <p:cNvGrpSpPr/>
          <p:nvPr/>
        </p:nvGrpSpPr>
        <p:grpSpPr>
          <a:xfrm>
            <a:off x="6588360" y="5719680"/>
            <a:ext cx="234360" cy="89640"/>
            <a:chOff x="6588360" y="5719680"/>
            <a:chExt cx="234360" cy="89640"/>
          </a:xfrm>
        </p:grpSpPr>
        <p:pic>
          <p:nvPicPr>
            <p:cNvPr id="1891" name="object 719" descr=""/>
            <p:cNvPicPr/>
            <p:nvPr/>
          </p:nvPicPr>
          <p:blipFill>
            <a:blip r:embed="rId6"/>
            <a:stretch/>
          </p:blipFill>
          <p:spPr>
            <a:xfrm>
              <a:off x="6588360" y="5719680"/>
              <a:ext cx="63360" cy="770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892" name="object 720" descr=""/>
            <p:cNvPicPr/>
            <p:nvPr/>
          </p:nvPicPr>
          <p:blipFill>
            <a:blip r:embed="rId7"/>
            <a:stretch/>
          </p:blipFill>
          <p:spPr>
            <a:xfrm>
              <a:off x="6679800" y="5719680"/>
              <a:ext cx="78840" cy="756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893" name="object 721"/>
            <p:cNvSpPr/>
            <p:nvPr/>
          </p:nvSpPr>
          <p:spPr>
            <a:xfrm>
              <a:off x="6803280" y="5725800"/>
              <a:ext cx="19440" cy="83520"/>
            </a:xfrm>
            <a:custGeom>
              <a:avLst/>
              <a:gdLst>
                <a:gd name="textAreaLeft" fmla="*/ 0 w 19440"/>
                <a:gd name="textAreaRight" fmla="*/ 23040 w 19440"/>
                <a:gd name="textAreaTop" fmla="*/ 0 h 83520"/>
                <a:gd name="textAreaBottom" fmla="*/ 87120 h 83520"/>
              </a:gdLst>
              <a:ahLst/>
              <a:cxnLst/>
              <a:rect l="textAreaLeft" t="textAreaTop" r="textAreaRight" b="textAreaBottom"/>
              <a:pathLst>
                <a:path w="22859" h="86995">
                  <a:moveTo>
                    <a:pt x="6096" y="86868"/>
                  </a:moveTo>
                  <a:lnTo>
                    <a:pt x="0" y="86868"/>
                  </a:lnTo>
                  <a:lnTo>
                    <a:pt x="4262" y="80295"/>
                  </a:lnTo>
                  <a:lnTo>
                    <a:pt x="7810" y="74295"/>
                  </a:lnTo>
                  <a:lnTo>
                    <a:pt x="10501" y="68865"/>
                  </a:lnTo>
                  <a:lnTo>
                    <a:pt x="12192" y="64008"/>
                  </a:lnTo>
                  <a:lnTo>
                    <a:pt x="15240" y="56387"/>
                  </a:lnTo>
                  <a:lnTo>
                    <a:pt x="15240" y="42672"/>
                  </a:lnTo>
                  <a:lnTo>
                    <a:pt x="14358" y="32146"/>
                  </a:lnTo>
                  <a:lnTo>
                    <a:pt x="11620" y="21336"/>
                  </a:lnTo>
                  <a:lnTo>
                    <a:pt x="6881" y="10525"/>
                  </a:lnTo>
                  <a:lnTo>
                    <a:pt x="0" y="0"/>
                  </a:lnTo>
                  <a:lnTo>
                    <a:pt x="6096" y="0"/>
                  </a:lnTo>
                  <a:lnTo>
                    <a:pt x="12192" y="6096"/>
                  </a:lnTo>
                  <a:lnTo>
                    <a:pt x="15240" y="12192"/>
                  </a:lnTo>
                  <a:lnTo>
                    <a:pt x="21336" y="27432"/>
                  </a:lnTo>
                  <a:lnTo>
                    <a:pt x="22859" y="35052"/>
                  </a:lnTo>
                  <a:lnTo>
                    <a:pt x="22859" y="51816"/>
                  </a:lnTo>
                  <a:lnTo>
                    <a:pt x="21336" y="59436"/>
                  </a:lnTo>
                  <a:lnTo>
                    <a:pt x="18288" y="67056"/>
                  </a:lnTo>
                  <a:lnTo>
                    <a:pt x="15240" y="73152"/>
                  </a:lnTo>
                  <a:lnTo>
                    <a:pt x="10668" y="80772"/>
                  </a:lnTo>
                  <a:lnTo>
                    <a:pt x="6096" y="86868"/>
                  </a:lnTo>
                  <a:close/>
                </a:path>
              </a:pathLst>
            </a:custGeom>
            <a:solidFill>
              <a:srgbClr val="00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894" name="object 722"/>
          <p:cNvSpPr/>
          <p:nvPr/>
        </p:nvSpPr>
        <p:spPr>
          <a:xfrm>
            <a:off x="760320" y="5919120"/>
            <a:ext cx="100440" cy="83520"/>
          </a:xfrm>
          <a:custGeom>
            <a:avLst/>
            <a:gdLst>
              <a:gd name="textAreaLeft" fmla="*/ 0 w 100440"/>
              <a:gd name="textAreaRight" fmla="*/ 104040 w 1004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104140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9144" y="30480"/>
                </a:lnTo>
                <a:lnTo>
                  <a:pt x="10668" y="22860"/>
                </a:lnTo>
                <a:lnTo>
                  <a:pt x="15621" y="12573"/>
                </a:lnTo>
                <a:lnTo>
                  <a:pt x="18821" y="6578"/>
                </a:lnTo>
                <a:lnTo>
                  <a:pt x="22860" y="0"/>
                </a:lnTo>
                <a:close/>
              </a:path>
              <a:path w="104140" h="86995">
                <a:moveTo>
                  <a:pt x="60960" y="1524"/>
                </a:moveTo>
                <a:lnTo>
                  <a:pt x="54864" y="1524"/>
                </a:lnTo>
                <a:lnTo>
                  <a:pt x="51816" y="7620"/>
                </a:lnTo>
                <a:lnTo>
                  <a:pt x="45720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  <a:path w="104140" h="86995">
                <a:moveTo>
                  <a:pt x="103644" y="36576"/>
                </a:moveTo>
                <a:lnTo>
                  <a:pt x="102120" y="28956"/>
                </a:lnTo>
                <a:lnTo>
                  <a:pt x="96024" y="13716"/>
                </a:lnTo>
                <a:lnTo>
                  <a:pt x="91452" y="6096"/>
                </a:lnTo>
                <a:lnTo>
                  <a:pt x="86880" y="0"/>
                </a:lnTo>
                <a:lnTo>
                  <a:pt x="80784" y="0"/>
                </a:lnTo>
                <a:lnTo>
                  <a:pt x="87655" y="10553"/>
                </a:lnTo>
                <a:lnTo>
                  <a:pt x="92405" y="21526"/>
                </a:lnTo>
                <a:lnTo>
                  <a:pt x="95135" y="32791"/>
                </a:lnTo>
                <a:lnTo>
                  <a:pt x="96024" y="44196"/>
                </a:lnTo>
                <a:lnTo>
                  <a:pt x="96024" y="50292"/>
                </a:lnTo>
                <a:lnTo>
                  <a:pt x="94500" y="56388"/>
                </a:lnTo>
                <a:lnTo>
                  <a:pt x="92976" y="64008"/>
                </a:lnTo>
                <a:lnTo>
                  <a:pt x="91274" y="68872"/>
                </a:lnTo>
                <a:lnTo>
                  <a:pt x="88595" y="74295"/>
                </a:lnTo>
                <a:lnTo>
                  <a:pt x="85039" y="80302"/>
                </a:lnTo>
                <a:lnTo>
                  <a:pt x="80784" y="86868"/>
                </a:lnTo>
                <a:lnTo>
                  <a:pt x="86880" y="86868"/>
                </a:lnTo>
                <a:lnTo>
                  <a:pt x="96024" y="74676"/>
                </a:lnTo>
                <a:lnTo>
                  <a:pt x="102120" y="59436"/>
                </a:lnTo>
                <a:lnTo>
                  <a:pt x="103644" y="51816"/>
                </a:lnTo>
                <a:lnTo>
                  <a:pt x="103644" y="3657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5" name="object 723" descr=""/>
          <p:cNvPicPr/>
          <p:nvPr/>
        </p:nvPicPr>
        <p:blipFill>
          <a:blip r:embed="rId8"/>
          <a:stretch/>
        </p:blipFill>
        <p:spPr>
          <a:xfrm>
            <a:off x="1016640" y="5846040"/>
            <a:ext cx="64404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6" name="object 724" descr=""/>
          <p:cNvPicPr/>
          <p:nvPr/>
        </p:nvPicPr>
        <p:blipFill>
          <a:blip r:embed="rId9"/>
          <a:stretch/>
        </p:blipFill>
        <p:spPr>
          <a:xfrm>
            <a:off x="4137840" y="59191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7" name="object 725" descr=""/>
          <p:cNvPicPr/>
          <p:nvPr/>
        </p:nvPicPr>
        <p:blipFill>
          <a:blip r:embed="rId10"/>
          <a:stretch/>
        </p:blipFill>
        <p:spPr>
          <a:xfrm>
            <a:off x="4372200" y="5846040"/>
            <a:ext cx="64728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8" name="object 726" descr=""/>
          <p:cNvPicPr/>
          <p:nvPr/>
        </p:nvPicPr>
        <p:blipFill>
          <a:blip r:embed="rId11"/>
          <a:stretch/>
        </p:blipFill>
        <p:spPr>
          <a:xfrm>
            <a:off x="5928480" y="5910120"/>
            <a:ext cx="8028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9" name="object 727" descr=""/>
          <p:cNvPicPr/>
          <p:nvPr/>
        </p:nvPicPr>
        <p:blipFill>
          <a:blip r:embed="rId12"/>
          <a:stretch/>
        </p:blipFill>
        <p:spPr>
          <a:xfrm>
            <a:off x="6475320" y="5908680"/>
            <a:ext cx="7560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0" name="object 728" descr=""/>
          <p:cNvPicPr/>
          <p:nvPr/>
        </p:nvPicPr>
        <p:blipFill>
          <a:blip r:embed="rId13"/>
          <a:stretch/>
        </p:blipFill>
        <p:spPr>
          <a:xfrm>
            <a:off x="7603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1" name="object 729" descr=""/>
          <p:cNvPicPr/>
          <p:nvPr/>
        </p:nvPicPr>
        <p:blipFill>
          <a:blip r:embed="rId14"/>
          <a:stretch/>
        </p:blipFill>
        <p:spPr>
          <a:xfrm>
            <a:off x="1016640" y="6537960"/>
            <a:ext cx="738720" cy="209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2" name="object 730" descr=""/>
          <p:cNvPicPr/>
          <p:nvPr/>
        </p:nvPicPr>
        <p:blipFill>
          <a:blip r:embed="rId15"/>
          <a:stretch/>
        </p:blipFill>
        <p:spPr>
          <a:xfrm>
            <a:off x="2555640" y="6201000"/>
            <a:ext cx="8172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3" name="object 731" descr=""/>
          <p:cNvPicPr/>
          <p:nvPr/>
        </p:nvPicPr>
        <p:blipFill>
          <a:blip r:embed="rId16"/>
          <a:stretch/>
        </p:blipFill>
        <p:spPr>
          <a:xfrm>
            <a:off x="3214080" y="6205680"/>
            <a:ext cx="81720" cy="78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4" name="object 732" descr=""/>
          <p:cNvPicPr/>
          <p:nvPr/>
        </p:nvPicPr>
        <p:blipFill>
          <a:blip r:embed="rId17"/>
          <a:stretch/>
        </p:blipFill>
        <p:spPr>
          <a:xfrm>
            <a:off x="3883320" y="6205680"/>
            <a:ext cx="7272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5" name="object 733" descr=""/>
          <p:cNvPicPr/>
          <p:nvPr/>
        </p:nvPicPr>
        <p:blipFill>
          <a:blip r:embed="rId18"/>
          <a:stretch/>
        </p:blipFill>
        <p:spPr>
          <a:xfrm>
            <a:off x="2554200" y="6423840"/>
            <a:ext cx="8496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6" name="object 734" descr=""/>
          <p:cNvPicPr/>
          <p:nvPr/>
        </p:nvPicPr>
        <p:blipFill>
          <a:blip r:embed="rId19"/>
          <a:stretch/>
        </p:blipFill>
        <p:spPr>
          <a:xfrm>
            <a:off x="3218760" y="6426720"/>
            <a:ext cx="7704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7" name="object 735" descr=""/>
          <p:cNvPicPr/>
          <p:nvPr/>
        </p:nvPicPr>
        <p:blipFill>
          <a:blip r:embed="rId20"/>
          <a:stretch/>
        </p:blipFill>
        <p:spPr>
          <a:xfrm>
            <a:off x="3881520" y="6429600"/>
            <a:ext cx="7704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8" name="object 736" descr=""/>
          <p:cNvPicPr/>
          <p:nvPr/>
        </p:nvPicPr>
        <p:blipFill>
          <a:blip r:embed="rId21"/>
          <a:stretch/>
        </p:blipFill>
        <p:spPr>
          <a:xfrm>
            <a:off x="2555640" y="6649200"/>
            <a:ext cx="8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9" name="object 737" descr=""/>
          <p:cNvPicPr/>
          <p:nvPr/>
        </p:nvPicPr>
        <p:blipFill>
          <a:blip r:embed="rId22"/>
          <a:stretch/>
        </p:blipFill>
        <p:spPr>
          <a:xfrm>
            <a:off x="2557440" y="6877800"/>
            <a:ext cx="80280" cy="77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0" name="object 738" descr=""/>
          <p:cNvPicPr/>
          <p:nvPr/>
        </p:nvPicPr>
        <p:blipFill>
          <a:blip r:embed="rId23"/>
          <a:stretch/>
        </p:blipFill>
        <p:spPr>
          <a:xfrm>
            <a:off x="3220200" y="6876360"/>
            <a:ext cx="170280" cy="81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1" name="object 739" descr=""/>
          <p:cNvPicPr/>
          <p:nvPr/>
        </p:nvPicPr>
        <p:blipFill>
          <a:blip r:embed="rId24"/>
          <a:stretch/>
        </p:blipFill>
        <p:spPr>
          <a:xfrm>
            <a:off x="3972960" y="6876360"/>
            <a:ext cx="8172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2" name="object 740" descr=""/>
          <p:cNvPicPr/>
          <p:nvPr/>
        </p:nvPicPr>
        <p:blipFill>
          <a:blip r:embed="rId25"/>
          <a:stretch/>
        </p:blipFill>
        <p:spPr>
          <a:xfrm>
            <a:off x="4140720" y="661104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13" name="object 741" descr=""/>
          <p:cNvPicPr/>
          <p:nvPr/>
        </p:nvPicPr>
        <p:blipFill>
          <a:blip r:embed="rId26"/>
          <a:stretch/>
        </p:blipFill>
        <p:spPr>
          <a:xfrm>
            <a:off x="4375440" y="6537960"/>
            <a:ext cx="1056960" cy="20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4" name="object 742"/>
          <p:cNvSpPr/>
          <p:nvPr/>
        </p:nvSpPr>
        <p:spPr>
          <a:xfrm>
            <a:off x="5772960" y="620280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10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5" name="object 743" descr=""/>
          <p:cNvPicPr/>
          <p:nvPr/>
        </p:nvPicPr>
        <p:blipFill>
          <a:blip r:embed="rId27"/>
          <a:stretch/>
        </p:blipFill>
        <p:spPr>
          <a:xfrm>
            <a:off x="5929920" y="6192000"/>
            <a:ext cx="8028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6" name="object 744"/>
          <p:cNvSpPr/>
          <p:nvPr/>
        </p:nvSpPr>
        <p:spPr>
          <a:xfrm>
            <a:off x="6047280" y="6202800"/>
            <a:ext cx="39600" cy="63720"/>
          </a:xfrm>
          <a:custGeom>
            <a:avLst/>
            <a:gdLst>
              <a:gd name="textAreaLeft" fmla="*/ 0 w 39600"/>
              <a:gd name="textAreaRight" fmla="*/ 43200 w 3960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3179" h="67310">
                <a:moveTo>
                  <a:pt x="16764" y="67056"/>
                </a:moveTo>
                <a:lnTo>
                  <a:pt x="9144" y="67056"/>
                </a:lnTo>
                <a:lnTo>
                  <a:pt x="9453" y="59936"/>
                </a:lnTo>
                <a:lnTo>
                  <a:pt x="23050" y="20764"/>
                </a:lnTo>
                <a:lnTo>
                  <a:pt x="32004" y="6096"/>
                </a:lnTo>
                <a:lnTo>
                  <a:pt x="0" y="6096"/>
                </a:lnTo>
                <a:lnTo>
                  <a:pt x="0" y="0"/>
                </a:lnTo>
                <a:lnTo>
                  <a:pt x="42672" y="0"/>
                </a:lnTo>
                <a:lnTo>
                  <a:pt x="42672" y="4572"/>
                </a:lnTo>
                <a:lnTo>
                  <a:pt x="37457" y="10810"/>
                </a:lnTo>
                <a:lnTo>
                  <a:pt x="32956" y="17907"/>
                </a:lnTo>
                <a:lnTo>
                  <a:pt x="24384" y="33528"/>
                </a:lnTo>
                <a:lnTo>
                  <a:pt x="21264" y="41552"/>
                </a:lnTo>
                <a:lnTo>
                  <a:pt x="18859" y="49720"/>
                </a:lnTo>
                <a:lnTo>
                  <a:pt x="17311" y="58173"/>
                </a:lnTo>
                <a:lnTo>
                  <a:pt x="1676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7" name="object 745" descr=""/>
          <p:cNvPicPr/>
          <p:nvPr/>
        </p:nvPicPr>
        <p:blipFill>
          <a:blip r:embed="rId28"/>
          <a:stretch/>
        </p:blipFill>
        <p:spPr>
          <a:xfrm>
            <a:off x="6118920" y="6189120"/>
            <a:ext cx="26784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8" name="object 746"/>
          <p:cNvSpPr/>
          <p:nvPr/>
        </p:nvSpPr>
        <p:spPr>
          <a:xfrm>
            <a:off x="5762160" y="639000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5532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4864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27432" y="6096"/>
                </a:lnTo>
                <a:lnTo>
                  <a:pt x="19812" y="6096"/>
                </a:lnTo>
                <a:lnTo>
                  <a:pt x="15240" y="7620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38100" y="6096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4384"/>
                </a:lnTo>
                <a:lnTo>
                  <a:pt x="15240" y="54864"/>
                </a:lnTo>
                <a:lnTo>
                  <a:pt x="13716" y="59436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19" name="object 747" descr=""/>
          <p:cNvPicPr/>
          <p:nvPr/>
        </p:nvPicPr>
        <p:blipFill>
          <a:blip r:embed="rId29"/>
          <a:stretch/>
        </p:blipFill>
        <p:spPr>
          <a:xfrm>
            <a:off x="5929920" y="6381000"/>
            <a:ext cx="66096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0" name="object 748"/>
          <p:cNvSpPr/>
          <p:nvPr/>
        </p:nvSpPr>
        <p:spPr>
          <a:xfrm>
            <a:off x="5763600" y="6579000"/>
            <a:ext cx="39600" cy="66960"/>
          </a:xfrm>
          <a:custGeom>
            <a:avLst/>
            <a:gdLst>
              <a:gd name="textAreaLeft" fmla="*/ 0 w 39600"/>
              <a:gd name="textAreaRight" fmla="*/ 43200 w 39600"/>
              <a:gd name="textAreaTop" fmla="*/ 0 h 66960"/>
              <a:gd name="textAreaBottom" fmla="*/ 70560 h 66960"/>
            </a:gdLst>
            <a:ahLst/>
            <a:cxnLst/>
            <a:rect l="textAreaLeft" t="textAreaTop" r="textAreaRight" b="textAreaBottom"/>
            <a:pathLst>
              <a:path w="43179" h="70484">
                <a:moveTo>
                  <a:pt x="9144" y="19812"/>
                </a:moveTo>
                <a:lnTo>
                  <a:pt x="1524" y="18288"/>
                </a:lnTo>
                <a:lnTo>
                  <a:pt x="3048" y="12192"/>
                </a:lnTo>
                <a:lnTo>
                  <a:pt x="4572" y="7620"/>
                </a:lnTo>
                <a:lnTo>
                  <a:pt x="9144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25908" y="0"/>
                </a:lnTo>
                <a:lnTo>
                  <a:pt x="30480" y="1524"/>
                </a:lnTo>
                <a:lnTo>
                  <a:pt x="35052" y="6096"/>
                </a:lnTo>
                <a:lnTo>
                  <a:pt x="18288" y="6096"/>
                </a:lnTo>
                <a:lnTo>
                  <a:pt x="15240" y="7620"/>
                </a:lnTo>
                <a:lnTo>
                  <a:pt x="13716" y="10668"/>
                </a:lnTo>
                <a:lnTo>
                  <a:pt x="10668" y="12192"/>
                </a:lnTo>
                <a:lnTo>
                  <a:pt x="9144" y="15240"/>
                </a:lnTo>
                <a:lnTo>
                  <a:pt x="9144" y="19812"/>
                </a:lnTo>
                <a:close/>
              </a:path>
              <a:path w="43179" h="70484">
                <a:moveTo>
                  <a:pt x="19812" y="36576"/>
                </a:moveTo>
                <a:lnTo>
                  <a:pt x="16764" y="36576"/>
                </a:lnTo>
                <a:lnTo>
                  <a:pt x="18288" y="28956"/>
                </a:lnTo>
                <a:lnTo>
                  <a:pt x="25908" y="28956"/>
                </a:lnTo>
                <a:lnTo>
                  <a:pt x="32004" y="22860"/>
                </a:lnTo>
                <a:lnTo>
                  <a:pt x="32004" y="13716"/>
                </a:lnTo>
                <a:lnTo>
                  <a:pt x="30480" y="12192"/>
                </a:lnTo>
                <a:lnTo>
                  <a:pt x="28956" y="9144"/>
                </a:lnTo>
                <a:lnTo>
                  <a:pt x="25908" y="7620"/>
                </a:lnTo>
                <a:lnTo>
                  <a:pt x="24384" y="6096"/>
                </a:lnTo>
                <a:lnTo>
                  <a:pt x="35052" y="6096"/>
                </a:lnTo>
                <a:lnTo>
                  <a:pt x="38100" y="9144"/>
                </a:lnTo>
                <a:lnTo>
                  <a:pt x="39624" y="13716"/>
                </a:lnTo>
                <a:lnTo>
                  <a:pt x="39624" y="24384"/>
                </a:lnTo>
                <a:lnTo>
                  <a:pt x="36576" y="28956"/>
                </a:lnTo>
                <a:lnTo>
                  <a:pt x="30480" y="32004"/>
                </a:lnTo>
                <a:lnTo>
                  <a:pt x="35052" y="33528"/>
                </a:lnTo>
                <a:lnTo>
                  <a:pt x="38100" y="35052"/>
                </a:lnTo>
                <a:lnTo>
                  <a:pt x="21336" y="35052"/>
                </a:lnTo>
                <a:lnTo>
                  <a:pt x="19812" y="36576"/>
                </a:lnTo>
                <a:close/>
              </a:path>
              <a:path w="43179" h="70484">
                <a:moveTo>
                  <a:pt x="36576" y="64008"/>
                </a:moveTo>
                <a:lnTo>
                  <a:pt x="24384" y="64008"/>
                </a:lnTo>
                <a:lnTo>
                  <a:pt x="28956" y="62484"/>
                </a:lnTo>
                <a:lnTo>
                  <a:pt x="30480" y="59436"/>
                </a:lnTo>
                <a:lnTo>
                  <a:pt x="33528" y="57912"/>
                </a:lnTo>
                <a:lnTo>
                  <a:pt x="35052" y="53340"/>
                </a:lnTo>
                <a:lnTo>
                  <a:pt x="35052" y="45720"/>
                </a:lnTo>
                <a:lnTo>
                  <a:pt x="32004" y="39624"/>
                </a:lnTo>
                <a:lnTo>
                  <a:pt x="28956" y="36576"/>
                </a:lnTo>
                <a:lnTo>
                  <a:pt x="25908" y="35052"/>
                </a:lnTo>
                <a:lnTo>
                  <a:pt x="38100" y="35052"/>
                </a:lnTo>
                <a:lnTo>
                  <a:pt x="41148" y="41148"/>
                </a:lnTo>
                <a:lnTo>
                  <a:pt x="42672" y="45720"/>
                </a:lnTo>
                <a:lnTo>
                  <a:pt x="42672" y="54864"/>
                </a:lnTo>
                <a:lnTo>
                  <a:pt x="41148" y="60960"/>
                </a:lnTo>
                <a:lnTo>
                  <a:pt x="36576" y="64008"/>
                </a:lnTo>
                <a:close/>
              </a:path>
              <a:path w="43179" h="70484">
                <a:moveTo>
                  <a:pt x="27432" y="70104"/>
                </a:moveTo>
                <a:lnTo>
                  <a:pt x="15240" y="70104"/>
                </a:lnTo>
                <a:lnTo>
                  <a:pt x="10668" y="68580"/>
                </a:lnTo>
                <a:lnTo>
                  <a:pt x="6096" y="65532"/>
                </a:lnTo>
                <a:lnTo>
                  <a:pt x="3048" y="62484"/>
                </a:lnTo>
                <a:lnTo>
                  <a:pt x="0" y="57912"/>
                </a:lnTo>
                <a:lnTo>
                  <a:pt x="0" y="51816"/>
                </a:lnTo>
                <a:lnTo>
                  <a:pt x="7620" y="50292"/>
                </a:lnTo>
                <a:lnTo>
                  <a:pt x="10668" y="59436"/>
                </a:lnTo>
                <a:lnTo>
                  <a:pt x="15240" y="64008"/>
                </a:lnTo>
                <a:lnTo>
                  <a:pt x="36576" y="64008"/>
                </a:lnTo>
                <a:lnTo>
                  <a:pt x="32004" y="68580"/>
                </a:lnTo>
                <a:lnTo>
                  <a:pt x="27432" y="7010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1" name="object 749" descr=""/>
          <p:cNvPicPr/>
          <p:nvPr/>
        </p:nvPicPr>
        <p:blipFill>
          <a:blip r:embed="rId30"/>
          <a:stretch/>
        </p:blipFill>
        <p:spPr>
          <a:xfrm>
            <a:off x="5929920" y="657000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2" name="object 750"/>
          <p:cNvSpPr/>
          <p:nvPr/>
        </p:nvSpPr>
        <p:spPr>
          <a:xfrm>
            <a:off x="5762160" y="6771240"/>
            <a:ext cx="42120" cy="63720"/>
          </a:xfrm>
          <a:custGeom>
            <a:avLst/>
            <a:gdLst>
              <a:gd name="textAreaLeft" fmla="*/ 0 w 42120"/>
              <a:gd name="textAreaRight" fmla="*/ 45720 w 4212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45720" h="67309">
                <a:moveTo>
                  <a:pt x="45720" y="50292"/>
                </a:moveTo>
                <a:lnTo>
                  <a:pt x="0" y="50292"/>
                </a:lnTo>
                <a:lnTo>
                  <a:pt x="0" y="44196"/>
                </a:lnTo>
                <a:lnTo>
                  <a:pt x="30480" y="0"/>
                </a:lnTo>
                <a:lnTo>
                  <a:pt x="36576" y="0"/>
                </a:lnTo>
                <a:lnTo>
                  <a:pt x="36576" y="12192"/>
                </a:lnTo>
                <a:lnTo>
                  <a:pt x="28956" y="12192"/>
                </a:lnTo>
                <a:lnTo>
                  <a:pt x="7620" y="44196"/>
                </a:lnTo>
                <a:lnTo>
                  <a:pt x="45720" y="44196"/>
                </a:lnTo>
                <a:lnTo>
                  <a:pt x="45720" y="50292"/>
                </a:lnTo>
                <a:close/>
              </a:path>
              <a:path w="45720" h="67309">
                <a:moveTo>
                  <a:pt x="36576" y="44196"/>
                </a:moveTo>
                <a:lnTo>
                  <a:pt x="28956" y="44196"/>
                </a:lnTo>
                <a:lnTo>
                  <a:pt x="28956" y="12192"/>
                </a:lnTo>
                <a:lnTo>
                  <a:pt x="36576" y="12192"/>
                </a:lnTo>
                <a:lnTo>
                  <a:pt x="36576" y="44196"/>
                </a:lnTo>
                <a:close/>
              </a:path>
              <a:path w="45720" h="67309">
                <a:moveTo>
                  <a:pt x="36576" y="67056"/>
                </a:moveTo>
                <a:lnTo>
                  <a:pt x="28956" y="67056"/>
                </a:lnTo>
                <a:lnTo>
                  <a:pt x="28956" y="50292"/>
                </a:lnTo>
                <a:lnTo>
                  <a:pt x="36576" y="50292"/>
                </a:lnTo>
                <a:lnTo>
                  <a:pt x="36576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3" name="object 751" descr=""/>
          <p:cNvPicPr/>
          <p:nvPr/>
        </p:nvPicPr>
        <p:blipFill>
          <a:blip r:embed="rId31"/>
          <a:stretch/>
        </p:blipFill>
        <p:spPr>
          <a:xfrm>
            <a:off x="5929920" y="6760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4" name="object 752"/>
          <p:cNvSpPr/>
          <p:nvPr/>
        </p:nvSpPr>
        <p:spPr>
          <a:xfrm>
            <a:off x="5763600" y="6960240"/>
            <a:ext cx="39600" cy="65160"/>
          </a:xfrm>
          <a:custGeom>
            <a:avLst/>
            <a:gdLst>
              <a:gd name="textAreaLeft" fmla="*/ 0 w 39600"/>
              <a:gd name="textAreaRight" fmla="*/ 43200 w 3960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3179" h="68579">
                <a:moveTo>
                  <a:pt x="27431" y="68580"/>
                </a:moveTo>
                <a:lnTo>
                  <a:pt x="15239" y="68580"/>
                </a:lnTo>
                <a:lnTo>
                  <a:pt x="10667" y="67056"/>
                </a:lnTo>
                <a:lnTo>
                  <a:pt x="7619" y="64008"/>
                </a:lnTo>
                <a:lnTo>
                  <a:pt x="3047" y="60960"/>
                </a:lnTo>
                <a:lnTo>
                  <a:pt x="0" y="56388"/>
                </a:lnTo>
                <a:lnTo>
                  <a:pt x="0" y="48768"/>
                </a:lnTo>
                <a:lnTo>
                  <a:pt x="7619" y="48768"/>
                </a:lnTo>
                <a:lnTo>
                  <a:pt x="9143" y="53340"/>
                </a:lnTo>
                <a:lnTo>
                  <a:pt x="12191" y="59436"/>
                </a:lnTo>
                <a:lnTo>
                  <a:pt x="15239" y="60960"/>
                </a:lnTo>
                <a:lnTo>
                  <a:pt x="16763" y="62484"/>
                </a:lnTo>
                <a:lnTo>
                  <a:pt x="25907" y="62484"/>
                </a:lnTo>
                <a:lnTo>
                  <a:pt x="28955" y="60960"/>
                </a:lnTo>
                <a:lnTo>
                  <a:pt x="30479" y="57912"/>
                </a:lnTo>
                <a:lnTo>
                  <a:pt x="33527" y="53340"/>
                </a:lnTo>
                <a:lnTo>
                  <a:pt x="35051" y="48768"/>
                </a:lnTo>
                <a:lnTo>
                  <a:pt x="35051" y="39624"/>
                </a:lnTo>
                <a:lnTo>
                  <a:pt x="33527" y="35052"/>
                </a:lnTo>
                <a:lnTo>
                  <a:pt x="32003" y="32004"/>
                </a:lnTo>
                <a:lnTo>
                  <a:pt x="28955" y="28956"/>
                </a:lnTo>
                <a:lnTo>
                  <a:pt x="25907" y="27432"/>
                </a:lnTo>
                <a:lnTo>
                  <a:pt x="15239" y="27432"/>
                </a:lnTo>
                <a:lnTo>
                  <a:pt x="12191" y="28956"/>
                </a:lnTo>
                <a:lnTo>
                  <a:pt x="9143" y="33528"/>
                </a:lnTo>
                <a:lnTo>
                  <a:pt x="1523" y="32004"/>
                </a:lnTo>
                <a:lnTo>
                  <a:pt x="7619" y="0"/>
                </a:lnTo>
                <a:lnTo>
                  <a:pt x="39623" y="0"/>
                </a:lnTo>
                <a:lnTo>
                  <a:pt x="39623" y="6096"/>
                </a:lnTo>
                <a:lnTo>
                  <a:pt x="15239" y="6096"/>
                </a:lnTo>
                <a:lnTo>
                  <a:pt x="10667" y="24384"/>
                </a:lnTo>
                <a:lnTo>
                  <a:pt x="15239" y="22860"/>
                </a:lnTo>
                <a:lnTo>
                  <a:pt x="18287" y="21336"/>
                </a:lnTo>
                <a:lnTo>
                  <a:pt x="28955" y="21336"/>
                </a:lnTo>
                <a:lnTo>
                  <a:pt x="33527" y="22860"/>
                </a:lnTo>
                <a:lnTo>
                  <a:pt x="36575" y="27432"/>
                </a:lnTo>
                <a:lnTo>
                  <a:pt x="41147" y="32004"/>
                </a:lnTo>
                <a:lnTo>
                  <a:pt x="42671" y="36576"/>
                </a:lnTo>
                <a:lnTo>
                  <a:pt x="42671" y="50292"/>
                </a:lnTo>
                <a:lnTo>
                  <a:pt x="41147" y="56388"/>
                </a:lnTo>
                <a:lnTo>
                  <a:pt x="32003" y="65532"/>
                </a:lnTo>
                <a:lnTo>
                  <a:pt x="27431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5" name="object 753" descr=""/>
          <p:cNvPicPr/>
          <p:nvPr/>
        </p:nvPicPr>
        <p:blipFill>
          <a:blip r:embed="rId32"/>
          <a:stretch/>
        </p:blipFill>
        <p:spPr>
          <a:xfrm>
            <a:off x="5929920" y="6949440"/>
            <a:ext cx="671400" cy="80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6" name="object 754" descr=""/>
          <p:cNvPicPr/>
          <p:nvPr/>
        </p:nvPicPr>
        <p:blipFill>
          <a:blip r:embed="rId33"/>
          <a:stretch/>
        </p:blipFill>
        <p:spPr>
          <a:xfrm>
            <a:off x="76032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27" name="object 755" descr=""/>
          <p:cNvPicPr/>
          <p:nvPr/>
        </p:nvPicPr>
        <p:blipFill>
          <a:blip r:embed="rId34"/>
          <a:stretch/>
        </p:blipFill>
        <p:spPr>
          <a:xfrm>
            <a:off x="2988720" y="7296840"/>
            <a:ext cx="63360" cy="77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28" name="object 756"/>
          <p:cNvSpPr/>
          <p:nvPr/>
        </p:nvSpPr>
        <p:spPr>
          <a:xfrm>
            <a:off x="3851280" y="7301520"/>
            <a:ext cx="48600" cy="70200"/>
          </a:xfrm>
          <a:custGeom>
            <a:avLst/>
            <a:gdLst>
              <a:gd name="textAreaLeft" fmla="*/ 0 w 48600"/>
              <a:gd name="textAreaRight" fmla="*/ 52200 w 48600"/>
              <a:gd name="textAreaTop" fmla="*/ 0 h 70200"/>
              <a:gd name="textAreaBottom" fmla="*/ 73800 h 70200"/>
            </a:gdLst>
            <a:ahLst/>
            <a:cxnLst/>
            <a:rect l="textAreaLeft" t="textAreaTop" r="textAreaRight" b="textAreaBottom"/>
            <a:pathLst>
              <a:path w="52070" h="73659">
                <a:moveTo>
                  <a:pt x="7620" y="73152"/>
                </a:moveTo>
                <a:lnTo>
                  <a:pt x="0" y="73152"/>
                </a:lnTo>
                <a:lnTo>
                  <a:pt x="0" y="0"/>
                </a:lnTo>
                <a:lnTo>
                  <a:pt x="51816" y="0"/>
                </a:lnTo>
                <a:lnTo>
                  <a:pt x="51816" y="7620"/>
                </a:lnTo>
                <a:lnTo>
                  <a:pt x="7620" y="7620"/>
                </a:lnTo>
                <a:lnTo>
                  <a:pt x="7620" y="27432"/>
                </a:lnTo>
                <a:lnTo>
                  <a:pt x="51816" y="27432"/>
                </a:lnTo>
                <a:lnTo>
                  <a:pt x="51816" y="35052"/>
                </a:lnTo>
                <a:lnTo>
                  <a:pt x="7620" y="35052"/>
                </a:lnTo>
                <a:lnTo>
                  <a:pt x="7620" y="56388"/>
                </a:lnTo>
                <a:lnTo>
                  <a:pt x="51816" y="56388"/>
                </a:lnTo>
                <a:lnTo>
                  <a:pt x="51816" y="64008"/>
                </a:lnTo>
                <a:lnTo>
                  <a:pt x="7620" y="64008"/>
                </a:lnTo>
                <a:lnTo>
                  <a:pt x="7620" y="73152"/>
                </a:lnTo>
                <a:close/>
              </a:path>
              <a:path w="52070" h="73659">
                <a:moveTo>
                  <a:pt x="51816" y="27432"/>
                </a:moveTo>
                <a:lnTo>
                  <a:pt x="44196" y="27432"/>
                </a:lnTo>
                <a:lnTo>
                  <a:pt x="44196" y="7620"/>
                </a:lnTo>
                <a:lnTo>
                  <a:pt x="51816" y="7620"/>
                </a:lnTo>
                <a:lnTo>
                  <a:pt x="51816" y="27432"/>
                </a:lnTo>
                <a:close/>
              </a:path>
              <a:path w="52070" h="73659">
                <a:moveTo>
                  <a:pt x="51816" y="56388"/>
                </a:moveTo>
                <a:lnTo>
                  <a:pt x="44196" y="56388"/>
                </a:lnTo>
                <a:lnTo>
                  <a:pt x="44196" y="35052"/>
                </a:lnTo>
                <a:lnTo>
                  <a:pt x="51816" y="35052"/>
                </a:lnTo>
                <a:lnTo>
                  <a:pt x="51816" y="56388"/>
                </a:lnTo>
                <a:close/>
              </a:path>
              <a:path w="52070" h="73659">
                <a:moveTo>
                  <a:pt x="51816" y="73152"/>
                </a:moveTo>
                <a:lnTo>
                  <a:pt x="44196" y="73152"/>
                </a:lnTo>
                <a:lnTo>
                  <a:pt x="44196" y="64008"/>
                </a:lnTo>
                <a:lnTo>
                  <a:pt x="51816" y="64008"/>
                </a:lnTo>
                <a:lnTo>
                  <a:pt x="51816" y="73152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29" name="object 757" descr=""/>
          <p:cNvPicPr/>
          <p:nvPr/>
        </p:nvPicPr>
        <p:blipFill>
          <a:blip r:embed="rId35"/>
          <a:stretch/>
        </p:blipFill>
        <p:spPr>
          <a:xfrm>
            <a:off x="4137840" y="73029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0" name="object 758" descr=""/>
          <p:cNvPicPr/>
          <p:nvPr/>
        </p:nvPicPr>
        <p:blipFill>
          <a:blip r:embed="rId36"/>
          <a:stretch/>
        </p:blipFill>
        <p:spPr>
          <a:xfrm>
            <a:off x="4370760" y="7293960"/>
            <a:ext cx="363600" cy="8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1" name="object 759"/>
          <p:cNvSpPr/>
          <p:nvPr/>
        </p:nvSpPr>
        <p:spPr>
          <a:xfrm>
            <a:off x="5769720" y="7242120"/>
            <a:ext cx="21240" cy="63720"/>
          </a:xfrm>
          <a:custGeom>
            <a:avLst/>
            <a:gdLst>
              <a:gd name="textAreaLeft" fmla="*/ 0 w 21240"/>
              <a:gd name="textAreaRight" fmla="*/ 24840 w 21240"/>
              <a:gd name="textAreaTop" fmla="*/ 0 h 63720"/>
              <a:gd name="textAreaBottom" fmla="*/ 67320 h 63720"/>
            </a:gdLst>
            <a:ahLst/>
            <a:cxnLst/>
            <a:rect l="textAreaLeft" t="textAreaTop" r="textAreaRight" b="textAreaBottom"/>
            <a:pathLst>
              <a:path w="24764" h="67309">
                <a:moveTo>
                  <a:pt x="24384" y="67056"/>
                </a:moveTo>
                <a:lnTo>
                  <a:pt x="16764" y="67056"/>
                </a:lnTo>
                <a:lnTo>
                  <a:pt x="16764" y="12192"/>
                </a:lnTo>
                <a:lnTo>
                  <a:pt x="12192" y="15240"/>
                </a:lnTo>
                <a:lnTo>
                  <a:pt x="7620" y="19812"/>
                </a:lnTo>
                <a:lnTo>
                  <a:pt x="0" y="22859"/>
                </a:lnTo>
                <a:lnTo>
                  <a:pt x="0" y="16764"/>
                </a:lnTo>
                <a:lnTo>
                  <a:pt x="9144" y="12192"/>
                </a:lnTo>
                <a:lnTo>
                  <a:pt x="15240" y="6096"/>
                </a:lnTo>
                <a:lnTo>
                  <a:pt x="18288" y="0"/>
                </a:lnTo>
                <a:lnTo>
                  <a:pt x="24384" y="0"/>
                </a:lnTo>
                <a:lnTo>
                  <a:pt x="24384" y="67056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2" name="object 760"/>
          <p:cNvSpPr/>
          <p:nvPr/>
        </p:nvSpPr>
        <p:spPr>
          <a:xfrm>
            <a:off x="5759280" y="7367040"/>
            <a:ext cx="40680" cy="65160"/>
          </a:xfrm>
          <a:custGeom>
            <a:avLst/>
            <a:gdLst>
              <a:gd name="textAreaLeft" fmla="*/ 0 w 40680"/>
              <a:gd name="textAreaRight" fmla="*/ 44280 w 40680"/>
              <a:gd name="textAreaTop" fmla="*/ 0 h 65160"/>
              <a:gd name="textAreaBottom" fmla="*/ 68760 h 65160"/>
            </a:gdLst>
            <a:ahLst/>
            <a:cxnLst/>
            <a:rect l="textAreaLeft" t="textAreaTop" r="textAreaRight" b="textAreaBottom"/>
            <a:pathLst>
              <a:path w="44450" h="68579">
                <a:moveTo>
                  <a:pt x="44196" y="68580"/>
                </a:moveTo>
                <a:lnTo>
                  <a:pt x="0" y="68580"/>
                </a:lnTo>
                <a:lnTo>
                  <a:pt x="0" y="64008"/>
                </a:lnTo>
                <a:lnTo>
                  <a:pt x="1524" y="60960"/>
                </a:lnTo>
                <a:lnTo>
                  <a:pt x="4572" y="57912"/>
                </a:lnTo>
                <a:lnTo>
                  <a:pt x="6096" y="53340"/>
                </a:lnTo>
                <a:lnTo>
                  <a:pt x="12192" y="48768"/>
                </a:lnTo>
                <a:lnTo>
                  <a:pt x="19812" y="42672"/>
                </a:lnTo>
                <a:lnTo>
                  <a:pt x="35052" y="27432"/>
                </a:lnTo>
                <a:lnTo>
                  <a:pt x="36576" y="22860"/>
                </a:lnTo>
                <a:lnTo>
                  <a:pt x="36576" y="15240"/>
                </a:lnTo>
                <a:lnTo>
                  <a:pt x="33528" y="9144"/>
                </a:lnTo>
                <a:lnTo>
                  <a:pt x="30480" y="6096"/>
                </a:lnTo>
                <a:lnTo>
                  <a:pt x="15240" y="6096"/>
                </a:lnTo>
                <a:lnTo>
                  <a:pt x="13716" y="9144"/>
                </a:lnTo>
                <a:lnTo>
                  <a:pt x="10668" y="10668"/>
                </a:lnTo>
                <a:lnTo>
                  <a:pt x="9144" y="15240"/>
                </a:lnTo>
                <a:lnTo>
                  <a:pt x="9144" y="19812"/>
                </a:lnTo>
                <a:lnTo>
                  <a:pt x="1524" y="18288"/>
                </a:lnTo>
                <a:lnTo>
                  <a:pt x="1524" y="12192"/>
                </a:lnTo>
                <a:lnTo>
                  <a:pt x="4572" y="7620"/>
                </a:lnTo>
                <a:lnTo>
                  <a:pt x="7620" y="4572"/>
                </a:lnTo>
                <a:lnTo>
                  <a:pt x="12192" y="1524"/>
                </a:lnTo>
                <a:lnTo>
                  <a:pt x="16764" y="0"/>
                </a:lnTo>
                <a:lnTo>
                  <a:pt x="30480" y="0"/>
                </a:lnTo>
                <a:lnTo>
                  <a:pt x="35052" y="1524"/>
                </a:lnTo>
                <a:lnTo>
                  <a:pt x="42672" y="9144"/>
                </a:lnTo>
                <a:lnTo>
                  <a:pt x="44196" y="13716"/>
                </a:lnTo>
                <a:lnTo>
                  <a:pt x="44196" y="22860"/>
                </a:lnTo>
                <a:lnTo>
                  <a:pt x="15240" y="54864"/>
                </a:lnTo>
                <a:lnTo>
                  <a:pt x="13716" y="57912"/>
                </a:lnTo>
                <a:lnTo>
                  <a:pt x="12192" y="62484"/>
                </a:lnTo>
                <a:lnTo>
                  <a:pt x="44196" y="62484"/>
                </a:lnTo>
                <a:lnTo>
                  <a:pt x="44196" y="68580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3" name="object 761" descr=""/>
          <p:cNvPicPr/>
          <p:nvPr/>
        </p:nvPicPr>
        <p:blipFill>
          <a:blip r:embed="rId37"/>
          <a:stretch/>
        </p:blipFill>
        <p:spPr>
          <a:xfrm>
            <a:off x="5934600" y="7231320"/>
            <a:ext cx="555840" cy="20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4" name="object 762" descr=""/>
          <p:cNvPicPr/>
          <p:nvPr/>
        </p:nvPicPr>
        <p:blipFill>
          <a:blip r:embed="rId38"/>
          <a:stretch/>
        </p:blipFill>
        <p:spPr>
          <a:xfrm>
            <a:off x="760320" y="756072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5" name="object 763" descr=""/>
          <p:cNvPicPr/>
          <p:nvPr/>
        </p:nvPicPr>
        <p:blipFill>
          <a:blip r:embed="rId39"/>
          <a:stretch/>
        </p:blipFill>
        <p:spPr>
          <a:xfrm>
            <a:off x="1014840" y="7229880"/>
            <a:ext cx="1014480" cy="8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6" name="object 764" descr=""/>
          <p:cNvPicPr/>
          <p:nvPr/>
        </p:nvPicPr>
        <p:blipFill>
          <a:blip r:embed="rId40"/>
          <a:stretch/>
        </p:blipFill>
        <p:spPr>
          <a:xfrm>
            <a:off x="76032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7" name="object 765" descr=""/>
          <p:cNvPicPr/>
          <p:nvPr/>
        </p:nvPicPr>
        <p:blipFill>
          <a:blip r:embed="rId41"/>
          <a:stretch/>
        </p:blipFill>
        <p:spPr>
          <a:xfrm>
            <a:off x="280404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8" name="object 766" descr=""/>
          <p:cNvPicPr/>
          <p:nvPr/>
        </p:nvPicPr>
        <p:blipFill>
          <a:blip r:embed="rId42"/>
          <a:stretch/>
        </p:blipFill>
        <p:spPr>
          <a:xfrm>
            <a:off x="32583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39" name="object 767" descr=""/>
          <p:cNvPicPr/>
          <p:nvPr/>
        </p:nvPicPr>
        <p:blipFill>
          <a:blip r:embed="rId43"/>
          <a:stretch/>
        </p:blipFill>
        <p:spPr>
          <a:xfrm>
            <a:off x="4137840" y="7880760"/>
            <a:ext cx="1000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0" name="object 768" descr=""/>
          <p:cNvPicPr/>
          <p:nvPr/>
        </p:nvPicPr>
        <p:blipFill>
          <a:blip r:embed="rId44"/>
          <a:stretch/>
        </p:blipFill>
        <p:spPr>
          <a:xfrm>
            <a:off x="4372200" y="7743600"/>
            <a:ext cx="1110600" cy="336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1" name="object 769" descr=""/>
          <p:cNvPicPr/>
          <p:nvPr/>
        </p:nvPicPr>
        <p:blipFill>
          <a:blip r:embed="rId45"/>
          <a:stretch/>
        </p:blipFill>
        <p:spPr>
          <a:xfrm>
            <a:off x="597420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2" name="object 770" descr=""/>
          <p:cNvPicPr/>
          <p:nvPr/>
        </p:nvPicPr>
        <p:blipFill>
          <a:blip r:embed="rId46"/>
          <a:stretch/>
        </p:blipFill>
        <p:spPr>
          <a:xfrm>
            <a:off x="6428160" y="7868520"/>
            <a:ext cx="81720" cy="8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3" name="object 771"/>
          <p:cNvSpPr/>
          <p:nvPr/>
        </p:nvSpPr>
        <p:spPr>
          <a:xfrm>
            <a:off x="734400" y="8186760"/>
            <a:ext cx="57240" cy="83520"/>
          </a:xfrm>
          <a:custGeom>
            <a:avLst/>
            <a:gdLst>
              <a:gd name="textAreaLeft" fmla="*/ 0 w 57240"/>
              <a:gd name="textAreaRight" fmla="*/ 60840 w 57240"/>
              <a:gd name="textAreaTop" fmla="*/ 0 h 83520"/>
              <a:gd name="textAreaBottom" fmla="*/ 87120 h 83520"/>
            </a:gdLst>
            <a:ahLst/>
            <a:cxnLst/>
            <a:rect l="textAreaLeft" t="textAreaTop" r="textAreaRight" b="textAreaBottom"/>
            <a:pathLst>
              <a:path w="60959" h="86995">
                <a:moveTo>
                  <a:pt x="22860" y="0"/>
                </a:moveTo>
                <a:lnTo>
                  <a:pt x="16764" y="0"/>
                </a:lnTo>
                <a:lnTo>
                  <a:pt x="7620" y="12192"/>
                </a:lnTo>
                <a:lnTo>
                  <a:pt x="1524" y="27432"/>
                </a:lnTo>
                <a:lnTo>
                  <a:pt x="0" y="35052"/>
                </a:lnTo>
                <a:lnTo>
                  <a:pt x="0" y="50292"/>
                </a:lnTo>
                <a:lnTo>
                  <a:pt x="1524" y="57912"/>
                </a:lnTo>
                <a:lnTo>
                  <a:pt x="7620" y="73152"/>
                </a:lnTo>
                <a:lnTo>
                  <a:pt x="12192" y="80772"/>
                </a:lnTo>
                <a:lnTo>
                  <a:pt x="16764" y="86868"/>
                </a:lnTo>
                <a:lnTo>
                  <a:pt x="22860" y="86868"/>
                </a:lnTo>
                <a:lnTo>
                  <a:pt x="15989" y="75679"/>
                </a:lnTo>
                <a:lnTo>
                  <a:pt x="11239" y="64770"/>
                </a:lnTo>
                <a:lnTo>
                  <a:pt x="8509" y="53873"/>
                </a:lnTo>
                <a:lnTo>
                  <a:pt x="7620" y="42672"/>
                </a:lnTo>
                <a:lnTo>
                  <a:pt x="7620" y="36576"/>
                </a:lnTo>
                <a:lnTo>
                  <a:pt x="18605" y="6578"/>
                </a:lnTo>
                <a:lnTo>
                  <a:pt x="22860" y="0"/>
                </a:lnTo>
                <a:close/>
              </a:path>
              <a:path w="60959" h="86995">
                <a:moveTo>
                  <a:pt x="60960" y="1524"/>
                </a:moveTo>
                <a:lnTo>
                  <a:pt x="54864" y="1524"/>
                </a:lnTo>
                <a:lnTo>
                  <a:pt x="50292" y="7620"/>
                </a:lnTo>
                <a:lnTo>
                  <a:pt x="44196" y="13716"/>
                </a:lnTo>
                <a:lnTo>
                  <a:pt x="36576" y="18288"/>
                </a:lnTo>
                <a:lnTo>
                  <a:pt x="36576" y="24384"/>
                </a:lnTo>
                <a:lnTo>
                  <a:pt x="48768" y="18288"/>
                </a:lnTo>
                <a:lnTo>
                  <a:pt x="53340" y="13716"/>
                </a:lnTo>
                <a:lnTo>
                  <a:pt x="53340" y="68580"/>
                </a:lnTo>
                <a:lnTo>
                  <a:pt x="60960" y="68580"/>
                </a:lnTo>
                <a:lnTo>
                  <a:pt x="60960" y="1524"/>
                </a:lnTo>
                <a:close/>
              </a:path>
            </a:pathLst>
          </a:cu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44" name="object 772" descr=""/>
          <p:cNvPicPr/>
          <p:nvPr/>
        </p:nvPicPr>
        <p:blipFill>
          <a:blip r:embed="rId47"/>
          <a:stretch/>
        </p:blipFill>
        <p:spPr>
          <a:xfrm>
            <a:off x="816840" y="8186760"/>
            <a:ext cx="6948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5" name="object 773" descr=""/>
          <p:cNvPicPr/>
          <p:nvPr/>
        </p:nvPicPr>
        <p:blipFill>
          <a:blip r:embed="rId48"/>
          <a:stretch/>
        </p:blipFill>
        <p:spPr>
          <a:xfrm>
            <a:off x="1016640" y="8174880"/>
            <a:ext cx="4134240" cy="97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6" name="object 774" descr=""/>
          <p:cNvPicPr/>
          <p:nvPr/>
        </p:nvPicPr>
        <p:blipFill>
          <a:blip r:embed="rId49"/>
          <a:stretch/>
        </p:blipFill>
        <p:spPr>
          <a:xfrm>
            <a:off x="597420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7" name="object 775" descr=""/>
          <p:cNvPicPr/>
          <p:nvPr/>
        </p:nvPicPr>
        <p:blipFill>
          <a:blip r:embed="rId50"/>
          <a:stretch/>
        </p:blipFill>
        <p:spPr>
          <a:xfrm>
            <a:off x="6428160" y="8174880"/>
            <a:ext cx="8172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8" name="object 776" descr=""/>
          <p:cNvPicPr/>
          <p:nvPr/>
        </p:nvPicPr>
        <p:blipFill>
          <a:blip r:embed="rId51"/>
          <a:stretch/>
        </p:blipFill>
        <p:spPr>
          <a:xfrm>
            <a:off x="719280" y="8380440"/>
            <a:ext cx="174600" cy="8316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949" name="object 777"/>
          <p:cNvGraphicFramePr/>
          <p:nvPr/>
        </p:nvGraphicFramePr>
        <p:xfrm>
          <a:off x="660600" y="5819400"/>
          <a:ext cx="6234480" cy="2684880"/>
        </p:xfrm>
        <a:graphic>
          <a:graphicData uri="http://schemas.openxmlformats.org/drawingml/2006/table">
            <a:tbl>
              <a:tblPr/>
              <a:tblGrid>
                <a:gridCol w="1508760"/>
                <a:gridCol w="1889640"/>
                <a:gridCol w="1527120"/>
                <a:gridCol w="1309320"/>
              </a:tblGrid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2572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5704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8196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28600"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77480">
                <a:tc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 anchor="t">
                      <a:noAutofit/>
                    </a:bodyPr>
                    <a:p>
                      <a:endParaRPr b="0" lang="en-US" sz="100" strike="noStrike" u="none">
                        <a:solidFill>
                          <a:schemeClr val="dk1"/>
                        </a:solidFill>
                        <a:effectLst/>
                        <a:uFillTx/>
                        <a:latin typeface="Times New Roman"/>
                      </a:endParaRPr>
                    </a:p>
                  </a:txBody>
                  <a:tcPr anchor="t" marL="91440" marR="91440">
                    <a:lnL w="6480">
                      <a:solidFill>
                        <a:srgbClr val="000000"/>
                      </a:solidFill>
                      <a:prstDash val="solid"/>
                    </a:lnL>
                    <a:lnR w="6480">
                      <a:solidFill>
                        <a:srgbClr val="000000"/>
                      </a:solidFill>
                      <a:prstDash val="solid"/>
                    </a:lnR>
                    <a:lnT w="6480">
                      <a:solidFill>
                        <a:srgbClr val="000000"/>
                      </a:solidFill>
                      <a:prstDash val="solid"/>
                    </a:lnT>
                    <a:lnB w="648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pic>
        <p:nvPicPr>
          <p:cNvPr id="1950" name="object 778" descr=""/>
          <p:cNvPicPr/>
          <p:nvPr/>
        </p:nvPicPr>
        <p:blipFill>
          <a:blip r:embed="rId52"/>
          <a:stretch/>
        </p:blipFill>
        <p:spPr>
          <a:xfrm>
            <a:off x="5943600" y="8534520"/>
            <a:ext cx="910800" cy="83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1" name="object 779" descr=""/>
          <p:cNvPicPr/>
          <p:nvPr/>
        </p:nvPicPr>
        <p:blipFill>
          <a:blip r:embed="rId53"/>
          <a:stretch/>
        </p:blipFill>
        <p:spPr>
          <a:xfrm>
            <a:off x="557640" y="37839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2" name="object 780" descr=""/>
          <p:cNvPicPr/>
          <p:nvPr/>
        </p:nvPicPr>
        <p:blipFill>
          <a:blip r:embed="rId54"/>
          <a:stretch/>
        </p:blipFill>
        <p:spPr>
          <a:xfrm>
            <a:off x="557640" y="8694360"/>
            <a:ext cx="6493320" cy="1491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53" name="テキストボックス 19"/>
          <p:cNvSpPr/>
          <p:nvPr/>
        </p:nvSpPr>
        <p:spPr>
          <a:xfrm>
            <a:off x="3697560" y="256788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4" name="テキストボックス 20"/>
          <p:cNvSpPr/>
          <p:nvPr/>
        </p:nvSpPr>
        <p:spPr>
          <a:xfrm>
            <a:off x="3693960" y="7467120"/>
            <a:ext cx="251532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000" strike="noStrike" u="none">
                <a:solidFill>
                  <a:srgbClr val="000000"/>
                </a:solidFill>
                <a:effectLst/>
                <a:uFillTx/>
                <a:latin typeface="ＭＳ 明朝"/>
                <a:ea typeface="ＭＳ 明朝"/>
              </a:rPr>
              <a:t>経済的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5" name="テキスト ボックス 74"/>
          <p:cNvSpPr/>
          <p:nvPr/>
        </p:nvSpPr>
        <p:spPr>
          <a:xfrm>
            <a:off x="2940120" y="92700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N1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6" name="テキスト ボックス 75"/>
          <p:cNvSpPr/>
          <p:nvPr/>
        </p:nvSpPr>
        <p:spPr>
          <a:xfrm>
            <a:off x="604584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7" name="テキスト ボックス 76"/>
          <p:cNvSpPr/>
          <p:nvPr/>
        </p:nvSpPr>
        <p:spPr>
          <a:xfrm>
            <a:off x="6350760" y="70812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MM1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8" name="テキスト ボックス 77"/>
          <p:cNvSpPr/>
          <p:nvPr/>
        </p:nvSpPr>
        <p:spPr>
          <a:xfrm>
            <a:off x="6064920" y="92700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A1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9" name="テキスト ボックス 78"/>
          <p:cNvSpPr/>
          <p:nvPr/>
        </p:nvSpPr>
        <p:spPr>
          <a:xfrm>
            <a:off x="2940120" y="5842440"/>
            <a:ext cx="326160" cy="21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9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N2</a:t>
            </a:r>
            <a:endParaRPr b="0" lang="en-US" sz="9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0" name="テキスト ボックス 79"/>
          <p:cNvSpPr/>
          <p:nvPr/>
        </p:nvSpPr>
        <p:spPr>
          <a:xfrm>
            <a:off x="6062400" y="5831640"/>
            <a:ext cx="43560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A2      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1" name="テキスト ボックス 80"/>
          <p:cNvSpPr/>
          <p:nvPr/>
        </p:nvSpPr>
        <p:spPr>
          <a:xfrm>
            <a:off x="604584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RY2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2" name="テキスト ボックス 81"/>
          <p:cNvSpPr/>
          <p:nvPr/>
        </p:nvSpPr>
        <p:spPr>
          <a:xfrm>
            <a:off x="6350760" y="5597640"/>
            <a:ext cx="250920" cy="16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noAutofit/>
          </a:bodyPr>
          <a:p>
            <a:pPr defTabSz="449640">
              <a:lnSpc>
                <a:spcPct val="93000"/>
              </a:lnSpc>
              <a:spcBef>
                <a:spcPts val="14"/>
              </a:spcBef>
              <a:spcAft>
                <a:spcPts val="14"/>
              </a:spcAft>
              <a:tabLst>
                <a:tab algn="l" pos="0"/>
              </a:tabLst>
            </a:pPr>
            <a:r>
              <a:rPr b="0" lang="en-US" sz="700" strike="noStrike" u="none">
                <a:solidFill>
                  <a:srgbClr val="000000"/>
                </a:solidFill>
                <a:effectLst/>
                <a:uFillTx/>
                <a:latin typeface="Arial"/>
                <a:ea typeface="游ゴシック"/>
              </a:rPr>
              <a:t>MM2</a:t>
            </a:r>
            <a:endParaRPr b="0" lang="en-US" sz="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3" name=""/>
          <p:cNvSpPr/>
          <p:nvPr/>
        </p:nvSpPr>
        <p:spPr>
          <a:xfrm>
            <a:off x="205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4" name=""/>
          <p:cNvSpPr/>
          <p:nvPr/>
        </p:nvSpPr>
        <p:spPr>
          <a:xfrm>
            <a:off x="2592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5" name=""/>
          <p:cNvSpPr/>
          <p:nvPr/>
        </p:nvSpPr>
        <p:spPr>
          <a:xfrm>
            <a:off x="3276000" y="144000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AD1-3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6" name=""/>
          <p:cNvSpPr/>
          <p:nvPr/>
        </p:nvSpPr>
        <p:spPr>
          <a:xfrm>
            <a:off x="2052000" y="6372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7" name=""/>
          <p:cNvSpPr/>
          <p:nvPr/>
        </p:nvSpPr>
        <p:spPr>
          <a:xfrm>
            <a:off x="2628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8" name=""/>
          <p:cNvSpPr/>
          <p:nvPr/>
        </p:nvSpPr>
        <p:spPr>
          <a:xfrm>
            <a:off x="3276000" y="6372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AD2-3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9" name=""/>
          <p:cNvSpPr/>
          <p:nvPr/>
        </p:nvSpPr>
        <p:spPr>
          <a:xfrm>
            <a:off x="2412000" y="226836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0" name=""/>
          <p:cNvSpPr/>
          <p:nvPr/>
        </p:nvSpPr>
        <p:spPr>
          <a:xfrm>
            <a:off x="3240000" y="2268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D1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1" name=""/>
          <p:cNvSpPr/>
          <p:nvPr/>
        </p:nvSpPr>
        <p:spPr>
          <a:xfrm>
            <a:off x="2412000" y="716472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2" name=""/>
          <p:cNvSpPr/>
          <p:nvPr/>
        </p:nvSpPr>
        <p:spPr>
          <a:xfrm>
            <a:off x="3276000" y="7165080"/>
            <a:ext cx="64728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b="0" lang="en-US" sz="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D2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3" name=""/>
          <p:cNvSpPr/>
          <p:nvPr/>
        </p:nvSpPr>
        <p:spPr>
          <a:xfrm>
            <a:off x="5624280" y="2205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4" name=""/>
          <p:cNvSpPr/>
          <p:nvPr/>
        </p:nvSpPr>
        <p:spPr>
          <a:xfrm>
            <a:off x="313200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5" name=""/>
          <p:cNvSpPr/>
          <p:nvPr/>
        </p:nvSpPr>
        <p:spPr>
          <a:xfrm>
            <a:off x="6300360" y="285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6" name=""/>
          <p:cNvSpPr/>
          <p:nvPr/>
        </p:nvSpPr>
        <p:spPr>
          <a:xfrm>
            <a:off x="6300720" y="3142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7" name=""/>
          <p:cNvSpPr/>
          <p:nvPr/>
        </p:nvSpPr>
        <p:spPr>
          <a:xfrm>
            <a:off x="630072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8" name=""/>
          <p:cNvSpPr/>
          <p:nvPr/>
        </p:nvSpPr>
        <p:spPr>
          <a:xfrm>
            <a:off x="6301080" y="8074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9" name=""/>
          <p:cNvSpPr/>
          <p:nvPr/>
        </p:nvSpPr>
        <p:spPr>
          <a:xfrm>
            <a:off x="3132360" y="7750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0" name=""/>
          <p:cNvSpPr/>
          <p:nvPr/>
        </p:nvSpPr>
        <p:spPr>
          <a:xfrm>
            <a:off x="5624640" y="713736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1" name=""/>
          <p:cNvSpPr/>
          <p:nvPr/>
        </p:nvSpPr>
        <p:spPr>
          <a:xfrm>
            <a:off x="2412000" y="1846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2" name=""/>
          <p:cNvSpPr/>
          <p:nvPr/>
        </p:nvSpPr>
        <p:spPr>
          <a:xfrm>
            <a:off x="3070800" y="11700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3" name=""/>
          <p:cNvSpPr/>
          <p:nvPr/>
        </p:nvSpPr>
        <p:spPr>
          <a:xfrm>
            <a:off x="3070800" y="1386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4" name=""/>
          <p:cNvSpPr/>
          <p:nvPr/>
        </p:nvSpPr>
        <p:spPr>
          <a:xfrm>
            <a:off x="3078000" y="6094800"/>
            <a:ext cx="675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GUN2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5" name=""/>
          <p:cNvSpPr/>
          <p:nvPr/>
        </p:nvSpPr>
        <p:spPr>
          <a:xfrm>
            <a:off x="3078000" y="63108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6" name=""/>
          <p:cNvSpPr/>
          <p:nvPr/>
        </p:nvSpPr>
        <p:spPr>
          <a:xfrm>
            <a:off x="3744000" y="1414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7" name=""/>
          <p:cNvSpPr/>
          <p:nvPr/>
        </p:nvSpPr>
        <p:spPr>
          <a:xfrm>
            <a:off x="3744000" y="6310800"/>
            <a:ext cx="8535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MACHI2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8" name=""/>
          <p:cNvSpPr/>
          <p:nvPr/>
        </p:nvSpPr>
        <p:spPr>
          <a:xfrm>
            <a:off x="2412000" y="6778800"/>
            <a:ext cx="358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ja-JP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〇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9" name=""/>
          <p:cNvSpPr/>
          <p:nvPr/>
        </p:nvSpPr>
        <p:spPr>
          <a:xfrm>
            <a:off x="5616000" y="6084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0" name=""/>
          <p:cNvSpPr/>
          <p:nvPr/>
        </p:nvSpPr>
        <p:spPr>
          <a:xfrm>
            <a:off x="5616000" y="6282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G2-2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1" name=""/>
          <p:cNvSpPr/>
          <p:nvPr/>
        </p:nvSpPr>
        <p:spPr>
          <a:xfrm>
            <a:off x="5616000" y="1170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G1-1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2" name=""/>
          <p:cNvSpPr/>
          <p:nvPr/>
        </p:nvSpPr>
        <p:spPr>
          <a:xfrm>
            <a:off x="5616000" y="1368000"/>
            <a:ext cx="5763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G1-2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</TotalTime>
  <Application>LibreOffice/25.2.4.3$Windows_X86_64 LibreOffice_project/33e196637044ead23f5c3226cde09b47731f7e27</Application>
  <AppVersion>15.0000</AppVersion>
  <Words>115</Words>
  <Paragraphs>122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2025-07-05T01:58:00Z</dcterms:created>
  <dc:creator> Î¯êËÃ¯</dc:creator>
  <dc:description/>
  <dc:language>ja-JP</dc:language>
  <cp:lastModifiedBy/>
  <dcterms:modified xsi:type="dcterms:W3CDTF">2025-07-06T22:24:37Z</dcterms:modified>
  <cp:revision>27</cp:revision>
  <dc:subject/>
  <dc:title>2025.4AUS1Jø.pdf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2025-07-06T03:00:00Z</vt:filetime>
  </property>
  <property fmtid="{D5CDD505-2E9C-101B-9397-08002B2CF9AE}" pid="3" name="ICV">
    <vt:lpwstr>A9A9EFF3EE0A4558935EF195356C723D_12</vt:lpwstr>
  </property>
  <property fmtid="{D5CDD505-2E9C-101B-9397-08002B2CF9AE}" pid="4" name="KSOProductBuildVer">
    <vt:lpwstr>1041-12.2.0.13431</vt:lpwstr>
  </property>
  <property fmtid="{D5CDD505-2E9C-101B-9397-08002B2CF9AE}" pid="5" name="LastSaved">
    <vt:filetime>2025-07-06T03:00:00Z</vt:filetime>
  </property>
  <property fmtid="{D5CDD505-2E9C-101B-9397-08002B2CF9AE}" pid="6" name="PresentationFormat">
    <vt:lpwstr>On-screen Show (4:3)</vt:lpwstr>
  </property>
  <property fmtid="{D5CDD505-2E9C-101B-9397-08002B2CF9AE}" pid="7" name="Producer">
    <vt:lpwstr>Microsoft: Print To PDF</vt:lpwstr>
  </property>
  <property fmtid="{D5CDD505-2E9C-101B-9397-08002B2CF9AE}" pid="8" name="Slides">
    <vt:i4>3</vt:i4>
  </property>
</Properties>
</file>