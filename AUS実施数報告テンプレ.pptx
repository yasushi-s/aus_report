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4"/>
  </p:notesMasterIdLst>
  <p:sldIdLst>
    <p:sldId id="367" r:id="rId13"/>
  </p:sldIdLst>
  <p:sldSz cx="7559675" cy="1069149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3000"/>
              </a:lnSpc>
            </a:pPr>
            <a:r>
              <a:rPr lang="ja-JP" sz="4400" b="0" strike="noStrike" spc="-1">
                <a:solidFill>
                  <a:srgbClr val="000000"/>
                </a:solidFill>
                <a:latin typeface="Arial" panose="020B0604020202020204"/>
              </a:rPr>
              <a:t>クリックしてスライドを移動</a:t>
            </a: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-215900">
              <a:buNone/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</a:rPr>
              <a:t>クリックしてノートの書式を編集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&lt;ヘッダー&gt;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r">
              <a:buNone/>
            </a:pPr>
            <a:fld id="{6D718DD2-F489-4315-B6E2-7F5A5CBECD27}" type="slidenum"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</a:fld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45000" y="1749960"/>
            <a:ext cx="5669280" cy="372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lnSpc>
                <a:spcPct val="93000"/>
              </a:lnSpc>
              <a:buNone/>
            </a:pP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77640" y="2501640"/>
            <a:ext cx="6803280" cy="620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07E0DD-8A86-432E-8BD5-DC063681FE9E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A6307E-C218-41B1-8ADF-77610F11F21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A2B7A7E-08D1-4342-A4DC-12A65B03A44A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45000" y="1749960"/>
            <a:ext cx="5669280" cy="372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lnSpc>
                <a:spcPct val="93000"/>
              </a:lnSpc>
              <a:buNone/>
            </a:pP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77640" y="2501640"/>
            <a:ext cx="6803280" cy="620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3000"/>
              </a:lnSpc>
              <a:spcBef>
                <a:spcPts val="1415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E23A99-FD3D-4292-A4A8-E184A51C7DC2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4299F69-2530-4923-AAFF-3DF40A633D51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45000" y="1749960"/>
            <a:ext cx="5669280" cy="372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lnSpc>
                <a:spcPct val="93000"/>
              </a:lnSpc>
              <a:buNone/>
            </a:pP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77640" y="2501640"/>
            <a:ext cx="3319920" cy="620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3000"/>
              </a:lnSpc>
              <a:spcBef>
                <a:spcPts val="1415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863880" y="2501640"/>
            <a:ext cx="3319920" cy="620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3000"/>
              </a:lnSpc>
              <a:spcBef>
                <a:spcPts val="1415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E314046-404E-49C2-ADB1-95DD183E0850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9710F70-151F-494D-B240-19ABF4551D7A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45000" y="1749960"/>
            <a:ext cx="5669280" cy="372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lnSpc>
                <a:spcPct val="93000"/>
              </a:lnSpc>
              <a:buNone/>
            </a:pP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0A4A125-5DF9-4CA8-91DC-7559BD16D051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25B3B5E-71F8-42B9-AD0B-7155420DA5D3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DE3FCE5-56D7-4F84-8C3F-0FFADBA95086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CC0886C-056E-43E3-AF64-CCA033FBAD0C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45000" y="1749960"/>
            <a:ext cx="5669280" cy="372204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b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372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37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 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 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377640" y="2501640"/>
            <a:ext cx="6803280" cy="620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lnSpc>
                <a:spcPct val="93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ja-JP" sz="3200" b="0" strike="noStrike" spc="-1">
                <a:solidFill>
                  <a:srgbClr val="000000"/>
                </a:solidFill>
                <a:latin typeface="Arial" panose="020B0604020202020204"/>
              </a:rPr>
              <a:t>クリックしてアウトラインのテキストを編集</a:t>
            </a: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93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GB" sz="2400" b="0" strike="noStrike" spc="-1">
                <a:solidFill>
                  <a:srgbClr val="000000"/>
                </a:solidFill>
                <a:latin typeface="Arial" panose="020B0604020202020204"/>
              </a:rPr>
              <a:t>2</a:t>
            </a: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</a:rPr>
              <a:t>3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93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93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93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93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 panose="020B0604020202020204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78000" y="425520"/>
            <a:ext cx="6802200" cy="17823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ctr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4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78000" y="2502000"/>
            <a:ext cx="6802200" cy="6198840"/>
          </a:xfrm>
          <a:prstGeom prst="rect">
            <a:avLst/>
          </a:prstGeom>
          <a:noFill/>
          <a:ln w="9360">
            <a:noFill/>
          </a:ln>
        </p:spPr>
        <p:txBody>
          <a:bodyPr vert="eaVert" lIns="0" tIns="28440" rIns="0" bIns="0" anchor="t">
            <a:noAutofit/>
          </a:bodyPr>
          <a:p>
            <a:pPr marL="342900" indent="-34290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32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indent="-285750" defTabSz="449580">
              <a:lnSpc>
                <a:spcPct val="93000"/>
              </a:lnSpc>
              <a:spcBef>
                <a:spcPts val="215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2 </a:t>
            </a: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indent="-228600" defTabSz="449580">
              <a:lnSpc>
                <a:spcPct val="93000"/>
              </a:lnSpc>
              <a:spcBef>
                <a:spcPts val="16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3 </a:t>
            </a: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indent="-228600" defTabSz="449580">
              <a:lnSpc>
                <a:spcPct val="93000"/>
              </a:lnSpc>
              <a:spcBef>
                <a:spcPts val="10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4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indent="-228600" defTabSz="449580">
              <a:lnSpc>
                <a:spcPct val="93000"/>
              </a:lnSpc>
              <a:spcBef>
                <a:spcPts val="54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5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79560" y="425520"/>
            <a:ext cx="1700280" cy="8275320"/>
          </a:xfrm>
          <a:prstGeom prst="rect">
            <a:avLst/>
          </a:prstGeom>
          <a:noFill/>
          <a:ln w="9360">
            <a:noFill/>
          </a:ln>
        </p:spPr>
        <p:txBody>
          <a:bodyPr vert="eaVert" lIns="0" tIns="0" rIns="0" bIns="0" anchor="ctr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4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78000" y="425520"/>
            <a:ext cx="5002920" cy="8275320"/>
          </a:xfrm>
          <a:prstGeom prst="rect">
            <a:avLst/>
          </a:prstGeom>
          <a:noFill/>
          <a:ln w="9360">
            <a:noFill/>
          </a:ln>
        </p:spPr>
        <p:txBody>
          <a:bodyPr vert="eaVert" lIns="0" tIns="28440" rIns="0" bIns="0" anchor="t">
            <a:noAutofit/>
          </a:bodyPr>
          <a:p>
            <a:pPr marL="342900" indent="-34290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32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indent="-285750" defTabSz="449580">
              <a:lnSpc>
                <a:spcPct val="93000"/>
              </a:lnSpc>
              <a:spcBef>
                <a:spcPts val="215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2 </a:t>
            </a: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indent="-228600" defTabSz="449580">
              <a:lnSpc>
                <a:spcPct val="93000"/>
              </a:lnSpc>
              <a:spcBef>
                <a:spcPts val="16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3 </a:t>
            </a: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indent="-228600" defTabSz="449580">
              <a:lnSpc>
                <a:spcPct val="93000"/>
              </a:lnSpc>
              <a:spcBef>
                <a:spcPts val="10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4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indent="-228600" defTabSz="449580">
              <a:lnSpc>
                <a:spcPct val="93000"/>
              </a:lnSpc>
              <a:spcBef>
                <a:spcPts val="54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5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78000" y="425520"/>
            <a:ext cx="6802200" cy="17823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ctr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4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78000" y="2502000"/>
            <a:ext cx="6802200" cy="619884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t">
            <a:noAutofit/>
          </a:bodyPr>
          <a:p>
            <a:pPr marL="342900" indent="-34290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32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indent="-285750" defTabSz="449580">
              <a:lnSpc>
                <a:spcPct val="93000"/>
              </a:lnSpc>
              <a:spcBef>
                <a:spcPts val="215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2 </a:t>
            </a: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indent="-228600" defTabSz="449580">
              <a:lnSpc>
                <a:spcPct val="93000"/>
              </a:lnSpc>
              <a:spcBef>
                <a:spcPts val="16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3 </a:t>
            </a: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indent="-228600" defTabSz="449580">
              <a:lnSpc>
                <a:spcPct val="93000"/>
              </a:lnSpc>
              <a:spcBef>
                <a:spcPts val="10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4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indent="-228600" defTabSz="449580">
              <a:lnSpc>
                <a:spcPct val="93000"/>
              </a:lnSpc>
              <a:spcBef>
                <a:spcPts val="54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5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15880" y="2665440"/>
            <a:ext cx="6519960" cy="444744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b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372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37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15880" y="7155360"/>
            <a:ext cx="6519960" cy="233856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t">
            <a:noAutofit/>
          </a:bodyPr>
          <a:p>
            <a:pPr indent="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490" b="0" strike="noStrike" spc="-1">
                <a:solidFill>
                  <a:schemeClr val="dk1">
                    <a:tint val="75000"/>
                  </a:schemeClr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78000" y="425520"/>
            <a:ext cx="6802200" cy="17823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ctr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4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78000" y="2502000"/>
            <a:ext cx="3332880" cy="619884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t">
            <a:noAutofit/>
          </a:bodyPr>
          <a:p>
            <a:pPr marL="342900" indent="-34290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32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indent="-285750" defTabSz="449580">
              <a:lnSpc>
                <a:spcPct val="93000"/>
              </a:lnSpc>
              <a:spcBef>
                <a:spcPts val="215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2 </a:t>
            </a: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indent="-228600" defTabSz="449580">
              <a:lnSpc>
                <a:spcPct val="93000"/>
              </a:lnSpc>
              <a:spcBef>
                <a:spcPts val="16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3 </a:t>
            </a: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indent="-228600" defTabSz="449580">
              <a:lnSpc>
                <a:spcPct val="93000"/>
              </a:lnSpc>
              <a:spcBef>
                <a:spcPts val="10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4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indent="-228600" defTabSz="449580">
              <a:lnSpc>
                <a:spcPct val="93000"/>
              </a:lnSpc>
              <a:spcBef>
                <a:spcPts val="54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5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846960" y="2502000"/>
            <a:ext cx="3332880" cy="619884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t">
            <a:noAutofit/>
          </a:bodyPr>
          <a:p>
            <a:pPr marL="342900" indent="-34290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32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indent="-285750" defTabSz="449580">
              <a:lnSpc>
                <a:spcPct val="93000"/>
              </a:lnSpc>
              <a:spcBef>
                <a:spcPts val="215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2 </a:t>
            </a: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indent="-228600" defTabSz="449580">
              <a:lnSpc>
                <a:spcPct val="93000"/>
              </a:lnSpc>
              <a:spcBef>
                <a:spcPts val="16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3 </a:t>
            </a: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indent="-228600" defTabSz="449580">
              <a:lnSpc>
                <a:spcPct val="93000"/>
              </a:lnSpc>
              <a:spcBef>
                <a:spcPts val="10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4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indent="-228600" defTabSz="449580">
              <a:lnSpc>
                <a:spcPct val="93000"/>
              </a:lnSpc>
              <a:spcBef>
                <a:spcPts val="54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5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20560" y="569160"/>
            <a:ext cx="6519960" cy="206640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ctr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4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20560" y="2621160"/>
            <a:ext cx="3197880" cy="128412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b">
            <a:noAutofit/>
          </a:bodyPr>
          <a:p>
            <a:pPr indent="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490" b="1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520560" y="3905640"/>
            <a:ext cx="3197880" cy="574416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t">
            <a:noAutofit/>
          </a:bodyPr>
          <a:p>
            <a:pPr marL="342900" indent="-34290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32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indent="-285750" defTabSz="449580">
              <a:lnSpc>
                <a:spcPct val="93000"/>
              </a:lnSpc>
              <a:spcBef>
                <a:spcPts val="215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2 </a:t>
            </a: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indent="-228600" defTabSz="449580">
              <a:lnSpc>
                <a:spcPct val="93000"/>
              </a:lnSpc>
              <a:spcBef>
                <a:spcPts val="16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3 </a:t>
            </a: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indent="-228600" defTabSz="449580">
              <a:lnSpc>
                <a:spcPct val="93000"/>
              </a:lnSpc>
              <a:spcBef>
                <a:spcPts val="10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4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indent="-228600" defTabSz="449580">
              <a:lnSpc>
                <a:spcPct val="93000"/>
              </a:lnSpc>
              <a:spcBef>
                <a:spcPts val="54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5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3827160" y="2621160"/>
            <a:ext cx="3213360" cy="128412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b">
            <a:noAutofit/>
          </a:bodyPr>
          <a:p>
            <a:pPr indent="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490" b="1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3827160" y="3905640"/>
            <a:ext cx="3213360" cy="574416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t">
            <a:noAutofit/>
          </a:bodyPr>
          <a:p>
            <a:pPr marL="342900" indent="-34290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32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indent="-285750" defTabSz="449580">
              <a:lnSpc>
                <a:spcPct val="93000"/>
              </a:lnSpc>
              <a:spcBef>
                <a:spcPts val="215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2 </a:t>
            </a:r>
            <a:r>
              <a:rPr lang="ja-JP" sz="28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indent="-228600" defTabSz="449580">
              <a:lnSpc>
                <a:spcPct val="93000"/>
              </a:lnSpc>
              <a:spcBef>
                <a:spcPts val="16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3 </a:t>
            </a:r>
            <a:r>
              <a:rPr lang="ja-JP" sz="2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indent="-228600" defTabSz="449580">
              <a:lnSpc>
                <a:spcPct val="93000"/>
              </a:lnSpc>
              <a:spcBef>
                <a:spcPts val="10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4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indent="-228600" defTabSz="449580">
              <a:lnSpc>
                <a:spcPct val="93000"/>
              </a:lnSpc>
              <a:spcBef>
                <a:spcPts val="54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5 </a:t>
            </a:r>
            <a:r>
              <a:rPr lang="ja-JP" sz="20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78000" y="425520"/>
            <a:ext cx="6802200" cy="17823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ctr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440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20560" y="712800"/>
            <a:ext cx="2437920" cy="249444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b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213720" y="1539360"/>
            <a:ext cx="3826800" cy="759816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t">
            <a:noAutofit/>
          </a:bodyPr>
          <a:p>
            <a:pPr marL="342900" indent="-34290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indent="-285750" defTabSz="449580">
              <a:lnSpc>
                <a:spcPct val="93000"/>
              </a:lnSpc>
              <a:spcBef>
                <a:spcPts val="215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73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173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2 </a:t>
            </a:r>
            <a:r>
              <a:rPr lang="ja-JP" sz="173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173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indent="-228600" defTabSz="449580">
              <a:lnSpc>
                <a:spcPct val="93000"/>
              </a:lnSpc>
              <a:spcBef>
                <a:spcPts val="16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49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3 </a:t>
            </a:r>
            <a:r>
              <a:rPr lang="ja-JP" sz="149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1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indent="-228600" defTabSz="449580">
              <a:lnSpc>
                <a:spcPct val="93000"/>
              </a:lnSpc>
              <a:spcBef>
                <a:spcPts val="10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24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124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4 </a:t>
            </a:r>
            <a:r>
              <a:rPr lang="ja-JP" sz="124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124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indent="-228600" defTabSz="449580">
              <a:lnSpc>
                <a:spcPct val="93000"/>
              </a:lnSpc>
              <a:spcBef>
                <a:spcPts val="540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24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第 </a:t>
            </a:r>
            <a:r>
              <a:rPr lang="en-US" sz="124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5 </a:t>
            </a:r>
            <a:r>
              <a:rPr lang="ja-JP" sz="124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レベル</a:t>
            </a:r>
            <a:endParaRPr lang="en-GB" sz="124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20560" y="3207600"/>
            <a:ext cx="2437920" cy="594216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t">
            <a:noAutofit/>
          </a:bodyPr>
          <a:p>
            <a:pPr indent="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99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9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20560" y="712800"/>
            <a:ext cx="2437920" cy="249444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b">
            <a:noAutofit/>
          </a:bodyPr>
          <a:p>
            <a:pPr indent="0" algn="ctr" defTabSz="44958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タイトルの書式設定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213720" y="1539360"/>
            <a:ext cx="3826800" cy="7598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1800" indent="-323850">
              <a:lnSpc>
                <a:spcPct val="93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</a:rPr>
              <a:t>クリックしてアウトラインのテキストを編集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93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GB" sz="1980" b="0" strike="noStrike" spc="-1">
                <a:solidFill>
                  <a:srgbClr val="000000"/>
                </a:solidFill>
                <a:latin typeface="Arial" panose="020B0604020202020204"/>
              </a:rPr>
              <a:t>2</a:t>
            </a: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sz="1980" b="0" strike="noStrike" spc="-1">
                <a:solidFill>
                  <a:srgbClr val="000000"/>
                </a:solidFill>
                <a:latin typeface="Arial" panose="020B0604020202020204"/>
              </a:rPr>
              <a:t>3</a:t>
            </a: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93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GB" sz="1980" b="0" strike="noStrike" spc="-1">
                <a:solidFill>
                  <a:srgbClr val="000000"/>
                </a:solidFill>
                <a:latin typeface="Arial" panose="020B0604020202020204"/>
              </a:rPr>
              <a:t>4</a:t>
            </a: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93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sz="1980" b="0" strike="noStrike" spc="-1">
                <a:solidFill>
                  <a:srgbClr val="000000"/>
                </a:solidFill>
                <a:latin typeface="Arial" panose="020B0604020202020204"/>
              </a:rPr>
              <a:t>5</a:t>
            </a: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93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sz="1980" b="0" strike="noStrike" spc="-1">
                <a:solidFill>
                  <a:srgbClr val="000000"/>
                </a:solidFill>
                <a:latin typeface="Arial" panose="020B0604020202020204"/>
              </a:rPr>
              <a:t>6</a:t>
            </a: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93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sz="1980" b="0" strike="noStrike" spc="-1">
                <a:solidFill>
                  <a:srgbClr val="000000"/>
                </a:solidFill>
                <a:latin typeface="Arial" panose="020B0604020202020204"/>
              </a:rPr>
              <a:t>7</a:t>
            </a:r>
            <a:r>
              <a:rPr lang="ja-JP" sz="1980" b="0" strike="noStrike" spc="-1">
                <a:solidFill>
                  <a:srgbClr val="000000"/>
                </a:solidFill>
                <a:latin typeface="Arial" panose="020B0604020202020204"/>
              </a:rPr>
              <a:t>レベル目のアウトライン</a:t>
            </a:r>
            <a:endParaRPr lang="en-GB" sz="198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20560" y="3207600"/>
            <a:ext cx="2437920" cy="5942160"/>
          </a:xfrm>
          <a:prstGeom prst="rect">
            <a:avLst/>
          </a:prstGeom>
          <a:noFill/>
          <a:ln w="9360">
            <a:noFill/>
          </a:ln>
        </p:spPr>
        <p:txBody>
          <a:bodyPr lIns="0" tIns="28440" rIns="0" bIns="0" anchor="t">
            <a:noAutofit/>
          </a:bodyPr>
          <a:p>
            <a:pPr indent="0" defTabSz="449580">
              <a:lnSpc>
                <a:spcPct val="93000"/>
              </a:lnSpc>
              <a:spcBef>
                <a:spcPts val="2675"/>
              </a:spcBef>
              <a:spcAft>
                <a:spcPts val="15"/>
              </a:spcAft>
              <a:buNone/>
              <a:tabLst>
                <a:tab pos="0" algn="l"/>
              </a:tabLst>
            </a:pPr>
            <a:r>
              <a:rPr lang="ja-JP" sz="990" b="0" strike="noStrike" spc="-1">
                <a:solidFill>
                  <a:srgbClr val="000000"/>
                </a:solidFill>
                <a:latin typeface="Arial" panose="020B0604020202020204"/>
                <a:ea typeface="游ゴシック" panose="020B0400000000000000" charset="-128"/>
              </a:rPr>
              <a:t>マスタ テキストの書式設定</a:t>
            </a:r>
            <a:endParaRPr lang="en-GB" sz="9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37800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&lt;日付/時刻&gt;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2585880" y="9740880"/>
            <a:ext cx="239364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游明朝" panose="02020400000000000000" charset="-128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游明朝" panose="02020400000000000000" charset="-128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5421240" y="9740880"/>
            <a:ext cx="1758600" cy="7347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游明朝" panose="0202040000000000000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図形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"/>
            <a:ext cx="7561707" cy="5120259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955675" y="1313815"/>
            <a:ext cx="487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ja-JP"/>
              <a:t>G1</a:t>
            </a:r>
            <a:endParaRPr lang="en-US" altLang="ja-JP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15695" y="2825750"/>
            <a:ext cx="487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ja-JP"/>
              <a:t>G1</a:t>
            </a:r>
            <a:endParaRPr lang="en-US" altLang="ja-JP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07540" y="2825750"/>
            <a:ext cx="474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ja-JP"/>
              <a:t>H1</a:t>
            </a:r>
            <a:endParaRPr lang="en-US" altLang="ja-JP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603375" y="1313815"/>
            <a:ext cx="373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ja-JP"/>
              <a:t>I1</a:t>
            </a:r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267585" y="1313180"/>
            <a:ext cx="424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ja-JP"/>
              <a:t>J1</a:t>
            </a:r>
            <a:endParaRPr lang="en-US" altLang="ja-JP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572000" y="3833495"/>
            <a:ext cx="462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ja-JP"/>
              <a:t>K1</a:t>
            </a:r>
            <a:endParaRPr lang="en-US" altLang="ja-JP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720590" y="1287780"/>
            <a:ext cx="1795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/>
              <a:t>舌野　</a:t>
            </a:r>
            <a:r>
              <a:rPr lang="ja-JP" altLang="en-US"/>
              <a:t>靖</a:t>
            </a:r>
            <a:endParaRPr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720590" y="1745615"/>
            <a:ext cx="1795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/>
              <a:t>舌野</a:t>
            </a:r>
            <a:r>
              <a:rPr lang="ja-JP" altLang="en-US"/>
              <a:t>クリニック</a:t>
            </a:r>
            <a:endParaRPr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787900" y="2321560"/>
            <a:ext cx="2091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/>
              <a:t>富山市秋吉</a:t>
            </a:r>
            <a:r>
              <a:rPr lang="en-US" altLang="ja-JP"/>
              <a:t>138-1</a:t>
            </a:r>
            <a:endParaRPr lang="en-US" altLang="ja-JP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83260" y="1287780"/>
            <a:ext cx="347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ja-JP"/>
              <a:t>R</a:t>
            </a:r>
            <a:endParaRPr lang="en-US" altLang="ja-JP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827405" y="2825750"/>
            <a:ext cx="347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ja-JP"/>
              <a:t>R</a:t>
            </a:r>
            <a:endParaRPr lang="en-US" alt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Presentation</Application>
  <PresentationFormat/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</vt:i4>
      </vt:variant>
    </vt:vector>
  </HeadingPairs>
  <TitlesOfParts>
    <vt:vector size="23" baseType="lpstr">
      <vt:lpstr>Arial</vt:lpstr>
      <vt:lpstr>ＭＳ Ｐゴシック</vt:lpstr>
      <vt:lpstr>Wingdings</vt:lpstr>
      <vt:lpstr>Arial</vt:lpstr>
      <vt:lpstr>游ゴシック</vt:lpstr>
      <vt:lpstr>游明朝</vt:lpstr>
      <vt:lpstr>Symbol</vt:lpstr>
      <vt:lpstr>Microsoft YaHei</vt:lpstr>
      <vt:lpstr>ＭＳ Ｐゴシック</vt:lpstr>
      <vt:lpstr>Arial Unicode MS</vt:lpstr>
      <vt:lpstr>SimSun</vt:lpstr>
      <vt:lpstr/>
      <vt:lpstr/>
      <vt:lpstr/>
      <vt:lpstr/>
      <vt:lpstr/>
      <vt:lpstr/>
      <vt:lpstr/>
      <vt:lpstr/>
      <vt:lpstr/>
      <vt:lpstr/>
      <vt:lpstr/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shita</cp:lastModifiedBy>
  <cp:revision>37</cp:revision>
  <dcterms:created xsi:type="dcterms:W3CDTF">2024-07-31T14:33:00Z</dcterms:created>
  <dcterms:modified xsi:type="dcterms:W3CDTF">2024-10-25T12:10:56Z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304DA8D1CB2F4C878FD9C8A7EC18D999</vt:lpwstr>
  </property>
  <property fmtid="{D5CDD505-2E9C-101B-9397-08002B2CF9AE}" pid="3" name="KSOProductBuildVer">
    <vt:lpwstr>1041-11.2.0.10693</vt:lpwstr>
  </property>
  <property fmtid="{D5CDD505-2E9C-101B-9397-08002B2CF9AE}" pid="4" name="Slides">
    <vt:i4>10</vt:i4>
  </property>
</Properties>
</file>